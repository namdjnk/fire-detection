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1eecffcf4804678" /><Relationship Type="http://schemas.openxmlformats.org/officeDocument/2006/relationships/extended-properties" Target="/docProps/app.xml" Id="Rbb0a16be92154972" /><Relationship Type="http://schemas.openxmlformats.org/officeDocument/2006/relationships/officeDocument" Target="/ppt/presentation.xml" Id="Rfd7928536ffe4368" /></Relationships>
</file>

<file path=ppt/presentation.xml><?xml version="1.0" encoding="utf-8"?>
<p:presentation xmlns:p="http://schemas.openxmlformats.org/presentationml/2006/main">
  <p:sldMasterIdLst>
    <p:sldMasterId xmlns:r="http://schemas.openxmlformats.org/officeDocument/2006/relationships" id="2147483648" r:id="Rf656a29ffcd144bd"/>
  </p:sldMasterIdLst>
  <p:notesMasterIdLst>
    <p:notesMasterId xmlns:r="http://schemas.openxmlformats.org/officeDocument/2006/relationships" r:id="Rbf94095881a94f16"/>
  </p:notesMasterIdLst>
  <p:sldIdLst>
    <p:sldId xmlns:r="http://schemas.openxmlformats.org/officeDocument/2006/relationships" id="256" r:id="R19fdd61af45a41b0"/>
    <p:sldId xmlns:r="http://schemas.openxmlformats.org/officeDocument/2006/relationships" id="257" r:id="R157b2f61be144853"/>
    <p:sldId xmlns:r="http://schemas.openxmlformats.org/officeDocument/2006/relationships" id="258" r:id="R64fd3e38c88f4e07"/>
    <p:sldId xmlns:r="http://schemas.openxmlformats.org/officeDocument/2006/relationships" id="259" r:id="Rea944d87557c4525"/>
    <p:sldId xmlns:r="http://schemas.openxmlformats.org/officeDocument/2006/relationships" id="260" r:id="Re480d95f99b44c47"/>
    <p:sldId xmlns:r="http://schemas.openxmlformats.org/officeDocument/2006/relationships" id="261" r:id="R850a2f124f13424b"/>
    <p:sldId xmlns:r="http://schemas.openxmlformats.org/officeDocument/2006/relationships" id="262" r:id="Rf6d0b6bd187c4834"/>
    <p:sldId xmlns:r="http://schemas.openxmlformats.org/officeDocument/2006/relationships" id="263" r:id="Ra283df394a334299"/>
    <p:sldId xmlns:r="http://schemas.openxmlformats.org/officeDocument/2006/relationships" id="264" r:id="R2234de1e62ad4572"/>
    <p:sldId xmlns:r="http://schemas.openxmlformats.org/officeDocument/2006/relationships" id="265" r:id="R5ef13ae3f4144824"/>
    <p:sldId xmlns:r="http://schemas.openxmlformats.org/officeDocument/2006/relationships" id="266" r:id="Rbeef81f90c914f51"/>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13bb392f41f46d6" /><Relationship Type="http://schemas.openxmlformats.org/officeDocument/2006/relationships/slideMaster" Target="/ppt/slideMasters/slideMaster1.xml" Id="Rf656a29ffcd144bd" /><Relationship Type="http://schemas.openxmlformats.org/officeDocument/2006/relationships/notesMaster" Target="/ppt/notesMasters/notesMaster1.xml" Id="Rbf94095881a94f16" /><Relationship Type="http://schemas.openxmlformats.org/officeDocument/2006/relationships/presProps" Target="/ppt/presProps.xml" Id="R9ae727ccd7c64653" /><Relationship Type="http://schemas.openxmlformats.org/officeDocument/2006/relationships/tableStyles" Target="/ppt/tableStyles.xml" Id="Rda097d44f3184155" /><Relationship Type="http://schemas.openxmlformats.org/officeDocument/2006/relationships/slide" Target="/ppt/slides/slide1.xml" Id="R19fdd61af45a41b0" /><Relationship Type="http://schemas.openxmlformats.org/officeDocument/2006/relationships/slide" Target="/ppt/slides/slide2.xml" Id="R157b2f61be144853" /><Relationship Type="http://schemas.openxmlformats.org/officeDocument/2006/relationships/slide" Target="/ppt/slides/slide3.xml" Id="R64fd3e38c88f4e07" /><Relationship Type="http://schemas.openxmlformats.org/officeDocument/2006/relationships/slide" Target="/ppt/slides/slide4.xml" Id="Rea944d87557c4525" /><Relationship Type="http://schemas.openxmlformats.org/officeDocument/2006/relationships/slide" Target="/ppt/slides/slide5.xml" Id="Re480d95f99b44c47" /><Relationship Type="http://schemas.openxmlformats.org/officeDocument/2006/relationships/slide" Target="/ppt/slides/slide6.xml" Id="R850a2f124f13424b" /><Relationship Type="http://schemas.openxmlformats.org/officeDocument/2006/relationships/slide" Target="/ppt/slides/slide7.xml" Id="Rf6d0b6bd187c4834" /><Relationship Type="http://schemas.openxmlformats.org/officeDocument/2006/relationships/slide" Target="/ppt/slides/slide8.xml" Id="Ra283df394a334299" /><Relationship Type="http://schemas.openxmlformats.org/officeDocument/2006/relationships/slide" Target="/ppt/slides/slide9.xml" Id="R2234de1e62ad4572" /><Relationship Type="http://schemas.openxmlformats.org/officeDocument/2006/relationships/slide" Target="/ppt/slides/slide10.xml" Id="R5ef13ae3f4144824" /><Relationship Type="http://schemas.openxmlformats.org/officeDocument/2006/relationships/slide" Target="/ppt/slides/slide11.xml" Id="Rbeef81f90c914f5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de2d40ace5d4bf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2c4bd7add104186" /><Relationship Type="http://schemas.openxmlformats.org/officeDocument/2006/relationships/notesMaster" Target="/ppt/notesMasters/notesMaster1.xml" Id="R48c58cb6522d4cfc" /></Relationships>
</file>

<file path=ppt/notesSlides/_rels/notesSlide2.xml.rels>&#65279;<?xml version="1.0" encoding="utf-8"?><Relationships xmlns="http://schemas.openxmlformats.org/package/2006/relationships"><Relationship Type="http://schemas.openxmlformats.org/officeDocument/2006/relationships/slide" Target="/ppt/slides/slide2.xml" Id="R7e3cdbbe646e49c7" /><Relationship Type="http://schemas.openxmlformats.org/officeDocument/2006/relationships/notesMaster" Target="/ppt/notesMasters/notesMaster1.xml" Id="R1bc76f34af1f4fc9" /></Relationships>
</file>

<file path=ppt/notesSlides/_rels/notesSlide3.xml.rels>&#65279;<?xml version="1.0" encoding="utf-8"?><Relationships xmlns="http://schemas.openxmlformats.org/package/2006/relationships"><Relationship Type="http://schemas.openxmlformats.org/officeDocument/2006/relationships/slide" Target="/ppt/slides/slide3.xml" Id="Rbc333acbede74cd5" /><Relationship Type="http://schemas.openxmlformats.org/officeDocument/2006/relationships/notesMaster" Target="/ppt/notesMasters/notesMaster1.xml" Id="R2e4a65a8bf574084" /></Relationships>
</file>

<file path=ppt/notesSlides/_rels/notesSlide4.xml.rels>&#65279;<?xml version="1.0" encoding="utf-8"?><Relationships xmlns="http://schemas.openxmlformats.org/package/2006/relationships"><Relationship Type="http://schemas.openxmlformats.org/officeDocument/2006/relationships/slide" Target="/ppt/slides/slide4.xml" Id="R1bdf00fdb0404485" /><Relationship Type="http://schemas.openxmlformats.org/officeDocument/2006/relationships/notesMaster" Target="/ppt/notesMasters/notesMaster1.xml" Id="R6154bddebe1a4925" /></Relationships>
</file>

<file path=ppt/notesSlides/_rels/notesSlide5.xml.rels>&#65279;<?xml version="1.0" encoding="utf-8"?><Relationships xmlns="http://schemas.openxmlformats.org/package/2006/relationships"><Relationship Type="http://schemas.openxmlformats.org/officeDocument/2006/relationships/slide" Target="/ppt/slides/slide5.xml" Id="Re7db6b764d7b45d9" /><Relationship Type="http://schemas.openxmlformats.org/officeDocument/2006/relationships/notesMaster" Target="/ppt/notesMasters/notesMaster1.xml" Id="R25ef0d1f796b49cf" /></Relationships>
</file>

<file path=ppt/notesSlides/_rels/notesSlide6.xml.rels>&#65279;<?xml version="1.0" encoding="utf-8"?><Relationships xmlns="http://schemas.openxmlformats.org/package/2006/relationships"><Relationship Type="http://schemas.openxmlformats.org/officeDocument/2006/relationships/slide" Target="/ppt/slides/slide6.xml" Id="R57139c77d5cc49da" /><Relationship Type="http://schemas.openxmlformats.org/officeDocument/2006/relationships/notesMaster" Target="/ppt/notesMasters/notesMaster1.xml" Id="R0459d61b6fe1416c" /></Relationships>
</file>

<file path=ppt/notesSlides/_rels/notesSlide7.xml.rels>&#65279;<?xml version="1.0" encoding="utf-8"?><Relationships xmlns="http://schemas.openxmlformats.org/package/2006/relationships"><Relationship Type="http://schemas.openxmlformats.org/officeDocument/2006/relationships/slide" Target="/ppt/slides/slide7.xml" Id="Raa853f415dfe4731" /><Relationship Type="http://schemas.openxmlformats.org/officeDocument/2006/relationships/notesMaster" Target="/ppt/notesMasters/notesMaster1.xml" Id="R9e83eb19466d47a6" /></Relationships>
</file>

<file path=ppt/notesSlides/_rels/notesSlide8.xml.rels>&#65279;<?xml version="1.0" encoding="utf-8"?><Relationships xmlns="http://schemas.openxmlformats.org/package/2006/relationships"><Relationship Type="http://schemas.openxmlformats.org/officeDocument/2006/relationships/slide" Target="/ppt/slides/slide8.xml" Id="R2b0c8089e2c94bc6" /><Relationship Type="http://schemas.openxmlformats.org/officeDocument/2006/relationships/notesMaster" Target="/ppt/notesMasters/notesMaster1.xml" Id="Ra14a8e8c5be243f8" /></Relationships>
</file>

<file path=ppt/notesSlides/_rels/notesSlide9.xml.rels>&#65279;<?xml version="1.0" encoding="utf-8"?><Relationships xmlns="http://schemas.openxmlformats.org/package/2006/relationships"><Relationship Type="http://schemas.openxmlformats.org/officeDocument/2006/relationships/slide" Target="/ppt/slides/slide9.xml" Id="R9602fc669b8648d5" /><Relationship Type="http://schemas.openxmlformats.org/officeDocument/2006/relationships/notesMaster" Target="/ppt/notesMasters/notesMaster1.xml" Id="R22fa5ff4831c413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e448ec748ac4bd6" /><Relationship Type="http://schemas.openxmlformats.org/officeDocument/2006/relationships/notesMaster" Target="/ppt/notesMasters/notesMaster1.xml" Id="R105380449d4a4a4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87dec63bf3b465e" /><Relationship Type="http://schemas.openxmlformats.org/officeDocument/2006/relationships/notesMaster" Target="/ppt/notesMasters/notesMaster1.xml" Id="R7bda5b1598544fe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Thông tin bìa đối chiếu E:/DA_TGMT/report_revision/context.md và báo cáo hoàn thiện. Bố cục theo C:/Users/nofea/Downloads/Slide.pptx.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Ảnh: E:/DA_TGMT/DATA/results/video_input_preview/video_chay.jpg. Phạm vi chương trình theo fire_detection/main.py, pipeline.py.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N/M nghĩa là ít nhất N trong M khung gần nhất, không bắt buộc liên tiếp. Lửa dùng tín hiệu YOLO 10/20; khói dùng tín hiệu đã qua ngưỡng chuyển động 12/20. Nguồn: E:/DA_TGMT/fire_detection/pipeline.py và config.yaml.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Bộ dữ liệu sayedgamal99/smoke-fire-detection-yolo. Số ảnh hợp lệ theo E:/DA_TGMT/report_revision/context.md và hướng dẫn bảo vệ. data.yaml: E:/DA_TGMT/DATA/training/train_official_v2/fire_smoke_data.yaml.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Cấu hình train: E:/DA_TGMT/DATA/training/train_official_v2/fire_smoke_runs/train_official_v2/args.yaml. Ảnh: E:/DA_TGMT/DATA/results/presentation_simple/video_chay/images/alert_fire_20261025_091901_f000099.jpg.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Ảnh: E:/DA_TGMT/DATA/results/presentation_simple/video_khoi/images/alert_smoke_20261025_092047_f000128.jpg. Công thức và ngưỡng đối chiếu fire_detection/pipeline.py, config.yaml.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Bộ nhớ N/M có thể duy trì xác nhận khi khung hiện tại không có hộp khói. 63 khung xác nhận chưa cho biết bộ lọc loại được bao nhiêu báo nhầm hoặc chặn bao nhiêu khói thật. Hai video sạch đã không báo ngay từ YOLO. Nguồn: DATA/results/main_v2_conf025_side640/ablation_saved_observations/comparison.json.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E:/DA_TGMT/DATA/results/presentation_simple/video_chay/summary.json, video_khoi/summary.json; video sạch từ E:/DA_TGMT/DATA/results/main_v2_conf025_side640. Video trình chiếu ở hai thư mục presentation_simple.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Số test theo lớp từ E:/DA_TGMT/report_revision/context.md, trọng số fire_smoke_v2_best.pt và imgsz 640.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Bảng từng lớp đối chiếu E:/DA_TGMT/report_revision/Bao_cao_chay_khoi_hoan_thien.docx, bảng kết quả test. Kết quả test trong E:/DA_TGMT/DATA/training/train_official_v2/runs/detect/val; tên thư mục val do Ultralytics đặt, lời gọi đánh giá dùng split=test.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lần chạy video_khong_chay2.mp4 trên CPU: 308 khung / 71,252 giây = 4,323 khung/giây. Thời gian toàn lệnh gồm khởi động Python/mô hình, giải mã, suy luận, hậu xử lý, ghi MP4 và kết quả. Chưa đo tốc độ ổn định trên nhiều video. Nguồn: E:/DA_TGMT/DATA/results/fps_measure_20261026/measurement.json.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f69a5ba0f5d410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d266a66b3784bf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a03fa493f2545f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f7c34dcf6d2427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8decc9a39204f0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7172915e8f140d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3076BBC-3F0A-4F74-807C-F7BC1036C7A4}"/>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C43D09D-D442-4243-A85C-0D6EDAAA45A5}"/>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D304EA8-9EA9-4586-84C4-1FF72ABD4C79}"/>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A9B32A6-635A-4BEE-8F00-A44DE918C5D2}"/>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6814698-D732-41A6-87F0-317EC94E03A2}"/>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F0772A1-6631-4ABE-BEEA-5F9B5CF10270}"/>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40D9C9D-F633-4ACC-9946-D7203E61F779}"/>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A387CD6-CE39-47A5-9B20-A4CB009B902D}"/>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457C059-F1BA-4FB7-B364-AA4FCDAA135F}"/>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EEF5000-1D22-4A85-84B6-3407C37FED1E}"/>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be4903e6f744b1c" /><Relationship Type="http://schemas.openxmlformats.org/officeDocument/2006/relationships/slideLayout" Target="/ppt/slideLayouts/slideLayout1.xml" Id="R2946d86c11434669" /><Relationship Type="http://schemas.openxmlformats.org/officeDocument/2006/relationships/slideLayout" Target="/ppt/slideLayouts/slideLayout2.xml" Id="Rff5f16ffe8b746f8" /><Relationship Type="http://schemas.openxmlformats.org/officeDocument/2006/relationships/slideLayout" Target="/ppt/slideLayouts/slideLayout3.xml" Id="Rb26c45e1b09a4b98" /><Relationship Type="http://schemas.openxmlformats.org/officeDocument/2006/relationships/slideLayout" Target="/ppt/slideLayouts/slideLayout4.xml" Id="R872b9dc2202e4689" /><Relationship Type="http://schemas.openxmlformats.org/officeDocument/2006/relationships/slideLayout" Target="/ppt/slideLayouts/slideLayout5.xml" Id="R68ffd7c8da5e431c" /><Relationship Type="http://schemas.openxmlformats.org/officeDocument/2006/relationships/slideLayout" Target="/ppt/slideLayouts/slideLayout6.xml" Id="R1e296f7292704a8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946d86c11434669"/>
    <p:sldLayoutId xmlns:r="http://schemas.openxmlformats.org/officeDocument/2006/relationships" id="2147483650" r:id="Rff5f16ffe8b746f8"/>
    <p:sldLayoutId xmlns:r="http://schemas.openxmlformats.org/officeDocument/2006/relationships" id="2147483651" r:id="Rb26c45e1b09a4b98"/>
    <p:sldLayoutId xmlns:r="http://schemas.openxmlformats.org/officeDocument/2006/relationships" id="2147483652" r:id="R872b9dc2202e4689"/>
    <p:sldLayoutId xmlns:r="http://schemas.openxmlformats.org/officeDocument/2006/relationships" id="2147483653" r:id="R68ffd7c8da5e431c"/>
    <p:sldLayoutId xmlns:r="http://schemas.openxmlformats.org/officeDocument/2006/relationships" id="2147483654" r:id="R1e296f7292704a8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f3fd9452f6b435c" /><Relationship Type="http://schemas.openxmlformats.org/officeDocument/2006/relationships/notesSlide" Target="/ppt/notesSlides/notesSlide1.xml" Id="Rc7db30d0897b49e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647cc7d32474d16" /><Relationship Type="http://schemas.openxmlformats.org/officeDocument/2006/relationships/image" Target="/ppt/media/image.jpeg" Id="Rd2c741b5e31e460c" /><Relationship Type="http://schemas.openxmlformats.org/officeDocument/2006/relationships/notesSlide" Target="/ppt/notesSlides/notesSlide2.xml" Id="Ra0599eceb43941c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2ca6507d9e44887" /><Relationship Type="http://schemas.openxmlformats.org/officeDocument/2006/relationships/notesSlide" Target="/ppt/notesSlides/notesSlide3.xml" Id="R2b7771b9120a422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db09b611a6d4a22" /><Relationship Type="http://schemas.openxmlformats.org/officeDocument/2006/relationships/notesSlide" Target="/ppt/notesSlides/notesSlide4.xml" Id="Ra75d50f407254e6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4a3355cb7494616" /><Relationship Type="http://schemas.openxmlformats.org/officeDocument/2006/relationships/image" Target="/ppt/media/image2.jpeg" Id="R03f92947347d4290" /><Relationship Type="http://schemas.openxmlformats.org/officeDocument/2006/relationships/notesSlide" Target="/ppt/notesSlides/notesSlide5.xml" Id="Raf355abac4374bc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0a751c36e8e4ebb" /><Relationship Type="http://schemas.openxmlformats.org/officeDocument/2006/relationships/image" Target="/ppt/media/image3.jpeg" Id="R65e939b8dc9c4c27" /><Relationship Type="http://schemas.openxmlformats.org/officeDocument/2006/relationships/notesSlide" Target="/ppt/notesSlides/notesSlide6.xml" Id="Rb324a665c7664b6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9219c53f76c4312" /><Relationship Type="http://schemas.openxmlformats.org/officeDocument/2006/relationships/notesSlide" Target="/ppt/notesSlides/notesSlide7.xml" Id="R66821106a2cd47d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df3f6af95c741a1" /><Relationship Type="http://schemas.openxmlformats.org/officeDocument/2006/relationships/notesSlide" Target="/ppt/notesSlides/notesSlide8.xml" Id="Re6ac39b4490947c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28b65f90228478c" /><Relationship Type="http://schemas.openxmlformats.org/officeDocument/2006/relationships/notesSlide" Target="/ppt/notesSlides/notesSlide9.xml" Id="R7f6ebbcbf4eb4dd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da1757aeec3484f" /><Relationship Type="http://schemas.openxmlformats.org/officeDocument/2006/relationships/notesSlide" Target="/ppt/notesSlides/notesSlide10.xml" Id="R4ff21881d7534a6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034c814d23747c8" /><Relationship Type="http://schemas.openxmlformats.org/officeDocument/2006/relationships/notesSlide" Target="/ppt/notesSlides/notesSlide11.xml" Id="R2dd08b8fb0f748b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BCE1435-3BDE-4ABD-AB4D-5FD4FDA72743}"/>
              </a:ext>
            </a:extLst>
          </p:cNvPr>
          <p:cNvSpPr>
            <a:spLocks xmlns:a="http://schemas.openxmlformats.org/drawingml/2006/main" noGrp="1"/>
          </p:cNvSpPr>
          <p:nvPr/>
        </p:nvSpPr>
        <p:spPr>
          <a:xfrm xmlns:a="http://schemas.openxmlformats.org/drawingml/2006/main">
            <a:off x="4333875" y="381000"/>
            <a:ext cx="9620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250" b="1">
                <a:solidFill>
                  <a:srgbClr val="007A58"/>
                </a:solidFill>
                <a:latin typeface="Arial"/>
                <a:ea typeface="Arial"/>
                <a:cs typeface="Arial"/>
              </a:defRPr>
            </a:defPPr>
            <a:lvl1pPr algn="ctr">
              <a:defRPr sz="2250" b="1">
                <a:solidFill>
                  <a:srgbClr val="007A58"/>
                </a:solidFill>
                <a:latin typeface="Arial"/>
                <a:ea typeface="Arial"/>
                <a:cs typeface="Arial"/>
              </a:defRPr>
            </a:lvl1pPr>
            <a:lvl2pPr algn="ctr">
              <a:defRPr sz="2250" b="1">
                <a:solidFill>
                  <a:srgbClr val="007A58"/>
                </a:solidFill>
                <a:latin typeface="Arial"/>
                <a:ea typeface="Arial"/>
                <a:cs typeface="Arial"/>
              </a:defRPr>
            </a:lvl2pPr>
            <a:lvl3pPr algn="ctr">
              <a:defRPr sz="2250" b="1">
                <a:solidFill>
                  <a:srgbClr val="007A58"/>
                </a:solidFill>
                <a:latin typeface="Arial"/>
                <a:ea typeface="Arial"/>
                <a:cs typeface="Arial"/>
              </a:defRPr>
            </a:lvl3pPr>
            <a:lvl4pPr algn="ctr">
              <a:defRPr sz="2250" b="1">
                <a:solidFill>
                  <a:srgbClr val="007A58"/>
                </a:solidFill>
                <a:latin typeface="Arial"/>
                <a:ea typeface="Arial"/>
                <a:cs typeface="Arial"/>
              </a:defRPr>
            </a:lvl4pPr>
            <a:lvl5pPr algn="ctr">
              <a:defRPr sz="2250" b="1">
                <a:solidFill>
                  <a:srgbClr val="007A58"/>
                </a:solidFill>
                <a:latin typeface="Arial"/>
                <a:ea typeface="Arial"/>
                <a:cs typeface="Arial"/>
              </a:defRPr>
            </a:lvl5pPr>
            <a:lvl6pPr algn="ctr">
              <a:defRPr sz="2250" b="1">
                <a:solidFill>
                  <a:srgbClr val="007A58"/>
                </a:solidFill>
                <a:latin typeface="Arial"/>
                <a:ea typeface="Arial"/>
                <a:cs typeface="Arial"/>
              </a:defRPr>
            </a:lvl6pPr>
            <a:lvl7pPr algn="ctr">
              <a:defRPr sz="2250" b="1">
                <a:solidFill>
                  <a:srgbClr val="007A58"/>
                </a:solidFill>
                <a:latin typeface="Arial"/>
                <a:ea typeface="Arial"/>
                <a:cs typeface="Arial"/>
              </a:defRPr>
            </a:lvl7pPr>
            <a:lvl8pPr algn="ctr">
              <a:defRPr sz="2250" b="1">
                <a:solidFill>
                  <a:srgbClr val="007A58"/>
                </a:solidFill>
                <a:latin typeface="Arial"/>
                <a:ea typeface="Arial"/>
                <a:cs typeface="Arial"/>
              </a:defRPr>
            </a:lvl8pPr>
            <a:lvl9pPr algn="ctr">
              <a:defRPr sz="2250" b="1">
                <a:solidFill>
                  <a:srgbClr val="007A58"/>
                </a:solidFill>
                <a:latin typeface="Arial"/>
                <a:ea typeface="Arial"/>
                <a:cs typeface="Arial"/>
              </a:defRPr>
            </a:lvl9pPr>
          </a:lstStyle>
          <a:p xmlns:a="http://schemas.openxmlformats.org/drawingml/2006/main">
            <a:pPr algn="ctr">
              <a:defRPr sz="2250" b="1">
                <a:solidFill>
                  <a:srgbClr val="007A58"/>
                </a:solidFill>
                <a:latin typeface="Arial"/>
                <a:ea typeface="Arial"/>
                <a:cs typeface="Arial"/>
              </a:defRPr>
            </a:pPr>
            <a:r>
              <a:rPr sz="2250" b="1">
                <a:solidFill>
                  <a:srgbClr val="007A58"/>
                </a:solidFill>
                <a:latin typeface="Arial"/>
                <a:ea typeface="Arial"/>
                <a:cs typeface="Arial"/>
              </a:rPr>
              <a:t>TRƯỜNG ĐẠI HỌC XÂY DỰNG HÀ NỘI</a:t>
            </a:r>
          </a:p>
          <a:p xmlns:a="http://schemas.openxmlformats.org/drawingml/2006/main">
            <a:pPr algn="ctr">
              <a:defRPr sz="2250" b="1">
                <a:solidFill>
                  <a:srgbClr val="007A58"/>
                </a:solidFill>
                <a:latin typeface="Arial"/>
                <a:ea typeface="Arial"/>
                <a:cs typeface="Arial"/>
              </a:defRPr>
            </a:pPr>
            <a:r>
              <a:rPr sz="2250" b="1">
                <a:solidFill>
                  <a:srgbClr val="007A58"/>
                </a:solidFill>
                <a:latin typeface="Arial"/>
                <a:ea typeface="Arial"/>
                <a:cs typeface="Arial"/>
              </a:rPr>
              <a:t>KHOA CÔNG NGHỆ THÔNG TIN</a:t>
            </a:r>
          </a:p>
        </p:txBody>
      </p:sp>
      <p:sp>
        <p:nvSpPr>
          <p:cNvPr id="2" name="">
            <a:extLst xmlns:a="http://schemas.openxmlformats.org/drawingml/2006/main">
              <a:ext uri="{FF2B5EF4-FFF2-40B4-BE49-F238E27FC236}">
                <a16:creationId xmlns:a16="http://schemas.microsoft.com/office/drawing/2014/main" id="{8A77581E-76B6-4B56-A0A3-F1A375C216F4}"/>
              </a:ext>
            </a:extLst>
          </p:cNvPr>
          <p:cNvSpPr>
            <a:spLocks xmlns:a="http://schemas.openxmlformats.org/drawingml/2006/main" noGrp="1"/>
          </p:cNvSpPr>
          <p:nvPr/>
        </p:nvSpPr>
        <p:spPr>
          <a:xfrm xmlns:a="http://schemas.openxmlformats.org/drawingml/2006/main">
            <a:off x="4000500" y="1524000"/>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3600" b="1">
                <a:solidFill>
                  <a:srgbClr val="007A58"/>
                </a:solidFill>
                <a:latin typeface="Arial"/>
                <a:ea typeface="Arial"/>
                <a:cs typeface="Arial"/>
              </a:defRPr>
            </a:defPPr>
            <a:lvl1pPr algn="ctr">
              <a:defRPr sz="3600" b="1">
                <a:solidFill>
                  <a:srgbClr val="007A58"/>
                </a:solidFill>
                <a:latin typeface="Arial"/>
                <a:ea typeface="Arial"/>
                <a:cs typeface="Arial"/>
              </a:defRPr>
            </a:lvl1pPr>
            <a:lvl2pPr algn="ctr">
              <a:defRPr sz="3600" b="1">
                <a:solidFill>
                  <a:srgbClr val="007A58"/>
                </a:solidFill>
                <a:latin typeface="Arial"/>
                <a:ea typeface="Arial"/>
                <a:cs typeface="Arial"/>
              </a:defRPr>
            </a:lvl2pPr>
            <a:lvl3pPr algn="ctr">
              <a:defRPr sz="3600" b="1">
                <a:solidFill>
                  <a:srgbClr val="007A58"/>
                </a:solidFill>
                <a:latin typeface="Arial"/>
                <a:ea typeface="Arial"/>
                <a:cs typeface="Arial"/>
              </a:defRPr>
            </a:lvl3pPr>
            <a:lvl4pPr algn="ctr">
              <a:defRPr sz="3600" b="1">
                <a:solidFill>
                  <a:srgbClr val="007A58"/>
                </a:solidFill>
                <a:latin typeface="Arial"/>
                <a:ea typeface="Arial"/>
                <a:cs typeface="Arial"/>
              </a:defRPr>
            </a:lvl4pPr>
            <a:lvl5pPr algn="ctr">
              <a:defRPr sz="3600" b="1">
                <a:solidFill>
                  <a:srgbClr val="007A58"/>
                </a:solidFill>
                <a:latin typeface="Arial"/>
                <a:ea typeface="Arial"/>
                <a:cs typeface="Arial"/>
              </a:defRPr>
            </a:lvl5pPr>
            <a:lvl6pPr algn="ctr">
              <a:defRPr sz="3600" b="1">
                <a:solidFill>
                  <a:srgbClr val="007A58"/>
                </a:solidFill>
                <a:latin typeface="Arial"/>
                <a:ea typeface="Arial"/>
                <a:cs typeface="Arial"/>
              </a:defRPr>
            </a:lvl6pPr>
            <a:lvl7pPr algn="ctr">
              <a:defRPr sz="3600" b="1">
                <a:solidFill>
                  <a:srgbClr val="007A58"/>
                </a:solidFill>
                <a:latin typeface="Arial"/>
                <a:ea typeface="Arial"/>
                <a:cs typeface="Arial"/>
              </a:defRPr>
            </a:lvl7pPr>
            <a:lvl8pPr algn="ctr">
              <a:defRPr sz="3600" b="1">
                <a:solidFill>
                  <a:srgbClr val="007A58"/>
                </a:solidFill>
                <a:latin typeface="Arial"/>
                <a:ea typeface="Arial"/>
                <a:cs typeface="Arial"/>
              </a:defRPr>
            </a:lvl8pPr>
            <a:lvl9pPr algn="ctr">
              <a:defRPr sz="3600" b="1">
                <a:solidFill>
                  <a:srgbClr val="007A58"/>
                </a:solidFill>
                <a:latin typeface="Arial"/>
                <a:ea typeface="Arial"/>
                <a:cs typeface="Arial"/>
              </a:defRPr>
            </a:lvl9pPr>
          </a:lstStyle>
          <a:p xmlns:a="http://schemas.openxmlformats.org/drawingml/2006/main">
            <a:pPr algn="ctr">
              <a:defRPr sz="3600" b="1">
                <a:solidFill>
                  <a:srgbClr val="007A58"/>
                </a:solidFill>
                <a:latin typeface="Arial"/>
                <a:ea typeface="Arial"/>
                <a:cs typeface="Arial"/>
              </a:defRPr>
            </a:pPr>
            <a:r>
              <a:rPr sz="3600" b="1">
                <a:solidFill>
                  <a:srgbClr val="007A58"/>
                </a:solidFill>
                <a:latin typeface="Arial"/>
                <a:ea typeface="Arial"/>
                <a:cs typeface="Arial"/>
              </a:rPr>
              <a:t>BÁO CÁO ĐỒ ÁN THỊ GIÁC MÁY TÍNH</a:t>
            </a:r>
          </a:p>
        </p:txBody>
      </p:sp>
      <p:sp>
        <p:nvSpPr>
          <p:cNvPr id="3" name="">
            <a:extLst xmlns:a="http://schemas.openxmlformats.org/drawingml/2006/main">
              <a:ext uri="{FF2B5EF4-FFF2-40B4-BE49-F238E27FC236}">
                <a16:creationId xmlns:a16="http://schemas.microsoft.com/office/drawing/2014/main" id="{127BB178-F92C-4666-A99E-187DF0919807}"/>
              </a:ext>
            </a:extLst>
          </p:cNvPr>
          <p:cNvSpPr>
            <a:spLocks xmlns:a="http://schemas.openxmlformats.org/drawingml/2006/main" noGrp="1"/>
          </p:cNvSpPr>
          <p:nvPr/>
        </p:nvSpPr>
        <p:spPr>
          <a:xfrm xmlns:a="http://schemas.openxmlformats.org/drawingml/2006/main">
            <a:off x="2190750" y="2971800"/>
            <a:ext cx="13906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5025" b="1">
                <a:solidFill>
                  <a:srgbClr val="000000"/>
                </a:solidFill>
                <a:latin typeface="Arial"/>
                <a:ea typeface="Arial"/>
                <a:cs typeface="Arial"/>
              </a:defRPr>
            </a:defPPr>
            <a:lvl1pPr algn="ctr">
              <a:defRPr sz="5025" b="1">
                <a:solidFill>
                  <a:srgbClr val="000000"/>
                </a:solidFill>
                <a:latin typeface="Arial"/>
                <a:ea typeface="Arial"/>
                <a:cs typeface="Arial"/>
              </a:defRPr>
            </a:lvl1pPr>
            <a:lvl2pPr algn="ctr">
              <a:defRPr sz="5025" b="1">
                <a:solidFill>
                  <a:srgbClr val="000000"/>
                </a:solidFill>
                <a:latin typeface="Arial"/>
                <a:ea typeface="Arial"/>
                <a:cs typeface="Arial"/>
              </a:defRPr>
            </a:lvl2pPr>
            <a:lvl3pPr algn="ctr">
              <a:defRPr sz="5025" b="1">
                <a:solidFill>
                  <a:srgbClr val="000000"/>
                </a:solidFill>
                <a:latin typeface="Arial"/>
                <a:ea typeface="Arial"/>
                <a:cs typeface="Arial"/>
              </a:defRPr>
            </a:lvl3pPr>
            <a:lvl4pPr algn="ctr">
              <a:defRPr sz="5025" b="1">
                <a:solidFill>
                  <a:srgbClr val="000000"/>
                </a:solidFill>
                <a:latin typeface="Arial"/>
                <a:ea typeface="Arial"/>
                <a:cs typeface="Arial"/>
              </a:defRPr>
            </a:lvl4pPr>
            <a:lvl5pPr algn="ctr">
              <a:defRPr sz="5025" b="1">
                <a:solidFill>
                  <a:srgbClr val="000000"/>
                </a:solidFill>
                <a:latin typeface="Arial"/>
                <a:ea typeface="Arial"/>
                <a:cs typeface="Arial"/>
              </a:defRPr>
            </a:lvl5pPr>
            <a:lvl6pPr algn="ctr">
              <a:defRPr sz="5025" b="1">
                <a:solidFill>
                  <a:srgbClr val="000000"/>
                </a:solidFill>
                <a:latin typeface="Arial"/>
                <a:ea typeface="Arial"/>
                <a:cs typeface="Arial"/>
              </a:defRPr>
            </a:lvl6pPr>
            <a:lvl7pPr algn="ctr">
              <a:defRPr sz="5025" b="1">
                <a:solidFill>
                  <a:srgbClr val="000000"/>
                </a:solidFill>
                <a:latin typeface="Arial"/>
                <a:ea typeface="Arial"/>
                <a:cs typeface="Arial"/>
              </a:defRPr>
            </a:lvl7pPr>
            <a:lvl8pPr algn="ctr">
              <a:defRPr sz="5025" b="1">
                <a:solidFill>
                  <a:srgbClr val="000000"/>
                </a:solidFill>
                <a:latin typeface="Arial"/>
                <a:ea typeface="Arial"/>
                <a:cs typeface="Arial"/>
              </a:defRPr>
            </a:lvl8pPr>
            <a:lvl9pPr algn="ctr">
              <a:defRPr sz="5025" b="1">
                <a:solidFill>
                  <a:srgbClr val="000000"/>
                </a:solidFill>
                <a:latin typeface="Arial"/>
                <a:ea typeface="Arial"/>
                <a:cs typeface="Arial"/>
              </a:defRPr>
            </a:lvl9pPr>
          </a:lstStyle>
          <a:p xmlns:a="http://schemas.openxmlformats.org/drawingml/2006/main">
            <a:pPr algn="ctr">
              <a:defRPr sz="5025" b="1">
                <a:solidFill>
                  <a:srgbClr val="000000"/>
                </a:solidFill>
                <a:latin typeface="Arial"/>
                <a:ea typeface="Arial"/>
                <a:cs typeface="Arial"/>
              </a:defRPr>
            </a:pPr>
            <a:r>
              <a:rPr sz="5025" b="1">
                <a:solidFill>
                  <a:srgbClr val="000000"/>
                </a:solidFill>
                <a:latin typeface="Arial"/>
                <a:ea typeface="Arial"/>
                <a:cs typeface="Arial"/>
              </a:rPr>
              <a:t>HỆ THỐNG PHÁT HIỆN CHÁY VÀ KHÓI</a:t>
            </a:r>
          </a:p>
          <a:p xmlns:a="http://schemas.openxmlformats.org/drawingml/2006/main">
            <a:pPr algn="ctr">
              <a:defRPr sz="5025" b="1">
                <a:solidFill>
                  <a:srgbClr val="000000"/>
                </a:solidFill>
                <a:latin typeface="Arial"/>
                <a:ea typeface="Arial"/>
                <a:cs typeface="Arial"/>
              </a:defRPr>
            </a:pPr>
            <a:r>
              <a:rPr sz="5025" b="1">
                <a:solidFill>
                  <a:srgbClr val="000000"/>
                </a:solidFill>
                <a:latin typeface="Arial"/>
                <a:ea typeface="Arial"/>
                <a:cs typeface="Arial"/>
              </a:rPr>
              <a:t>BẰNG MÔ HÌNH YOLOv8n</a:t>
            </a:r>
          </a:p>
        </p:txBody>
      </p:sp>
      <p:sp>
        <p:nvSpPr>
          <p:cNvPr id="4" name="">
            <a:extLst xmlns:a="http://schemas.openxmlformats.org/drawingml/2006/main">
              <a:ext uri="{FF2B5EF4-FFF2-40B4-BE49-F238E27FC236}">
                <a16:creationId xmlns:a16="http://schemas.microsoft.com/office/drawing/2014/main" id="{FD75F211-5DA1-446C-AC82-3B8C6B30FC58}"/>
              </a:ext>
            </a:extLst>
          </p:cNvPr>
          <p:cNvSpPr>
            <a:spLocks xmlns:a="http://schemas.openxmlformats.org/drawingml/2006/main" noGrp="1"/>
          </p:cNvSpPr>
          <p:nvPr/>
        </p:nvSpPr>
        <p:spPr>
          <a:xfrm xmlns:a="http://schemas.openxmlformats.org/drawingml/2006/main">
            <a:off x="3810000" y="5381625"/>
            <a:ext cx="3619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0">
                <a:solidFill>
                  <a:srgbClr val="4B5563"/>
                </a:solidFill>
                <a:latin typeface="Arial"/>
                <a:ea typeface="Arial"/>
                <a:cs typeface="Arial"/>
              </a:defRPr>
            </a:defPPr>
            <a:lvl1pPr algn="l">
              <a:defRPr sz="2025" b="0">
                <a:solidFill>
                  <a:srgbClr val="4B5563"/>
                </a:solidFill>
                <a:latin typeface="Arial"/>
                <a:ea typeface="Arial"/>
                <a:cs typeface="Arial"/>
              </a:defRPr>
            </a:lvl1pPr>
            <a:lvl2pPr algn="l">
              <a:defRPr sz="2025" b="0">
                <a:solidFill>
                  <a:srgbClr val="4B5563"/>
                </a:solidFill>
                <a:latin typeface="Arial"/>
                <a:ea typeface="Arial"/>
                <a:cs typeface="Arial"/>
              </a:defRPr>
            </a:lvl2pPr>
            <a:lvl3pPr algn="l">
              <a:defRPr sz="2025" b="0">
                <a:solidFill>
                  <a:srgbClr val="4B5563"/>
                </a:solidFill>
                <a:latin typeface="Arial"/>
                <a:ea typeface="Arial"/>
                <a:cs typeface="Arial"/>
              </a:defRPr>
            </a:lvl3pPr>
            <a:lvl4pPr algn="l">
              <a:defRPr sz="2025" b="0">
                <a:solidFill>
                  <a:srgbClr val="4B5563"/>
                </a:solidFill>
                <a:latin typeface="Arial"/>
                <a:ea typeface="Arial"/>
                <a:cs typeface="Arial"/>
              </a:defRPr>
            </a:lvl4pPr>
            <a:lvl5pPr algn="l">
              <a:defRPr sz="2025" b="0">
                <a:solidFill>
                  <a:srgbClr val="4B5563"/>
                </a:solidFill>
                <a:latin typeface="Arial"/>
                <a:ea typeface="Arial"/>
                <a:cs typeface="Arial"/>
              </a:defRPr>
            </a:lvl5pPr>
            <a:lvl6pPr algn="l">
              <a:defRPr sz="2025" b="0">
                <a:solidFill>
                  <a:srgbClr val="4B5563"/>
                </a:solidFill>
                <a:latin typeface="Arial"/>
                <a:ea typeface="Arial"/>
                <a:cs typeface="Arial"/>
              </a:defRPr>
            </a:lvl6pPr>
            <a:lvl7pPr algn="l">
              <a:defRPr sz="2025" b="0">
                <a:solidFill>
                  <a:srgbClr val="4B5563"/>
                </a:solidFill>
                <a:latin typeface="Arial"/>
                <a:ea typeface="Arial"/>
                <a:cs typeface="Arial"/>
              </a:defRPr>
            </a:lvl7pPr>
            <a:lvl8pPr algn="l">
              <a:defRPr sz="2025" b="0">
                <a:solidFill>
                  <a:srgbClr val="4B5563"/>
                </a:solidFill>
                <a:latin typeface="Arial"/>
                <a:ea typeface="Arial"/>
                <a:cs typeface="Arial"/>
              </a:defRPr>
            </a:lvl8pPr>
            <a:lvl9pPr algn="l">
              <a:defRPr sz="2025" b="0">
                <a:solidFill>
                  <a:srgbClr val="4B5563"/>
                </a:solidFill>
                <a:latin typeface="Arial"/>
                <a:ea typeface="Arial"/>
                <a:cs typeface="Arial"/>
              </a:defRPr>
            </a:lvl9pPr>
          </a:lstStyle>
          <a:p xmlns:a="http://schemas.openxmlformats.org/drawingml/2006/main">
            <a:pPr algn="l">
              <a:defRPr sz="2025" b="0">
                <a:solidFill>
                  <a:srgbClr val="4B5563"/>
                </a:solidFill>
                <a:latin typeface="Arial"/>
                <a:ea typeface="Arial"/>
                <a:cs typeface="Arial"/>
              </a:defRPr>
            </a:pPr>
            <a:r>
              <a:rPr sz="2025" b="0">
                <a:solidFill>
                  <a:srgbClr val="4B5563"/>
                </a:solidFill>
                <a:latin typeface="Arial"/>
                <a:ea typeface="Arial"/>
                <a:cs typeface="Arial"/>
              </a:rPr>
              <a:t>Sinh viên thực hiện:</a:t>
            </a:r>
          </a:p>
        </p:txBody>
      </p:sp>
      <p:sp>
        <p:nvSpPr>
          <p:cNvPr id="5" name="">
            <a:extLst xmlns:a="http://schemas.openxmlformats.org/drawingml/2006/main">
              <a:ext uri="{FF2B5EF4-FFF2-40B4-BE49-F238E27FC236}">
                <a16:creationId xmlns:a16="http://schemas.microsoft.com/office/drawing/2014/main" id="{6304E4F8-741F-4E4C-AC6A-217BF7A102E5}"/>
              </a:ext>
            </a:extLst>
          </p:cNvPr>
          <p:cNvSpPr>
            <a:spLocks xmlns:a="http://schemas.openxmlformats.org/drawingml/2006/main" noGrp="1"/>
          </p:cNvSpPr>
          <p:nvPr/>
        </p:nvSpPr>
        <p:spPr>
          <a:xfrm xmlns:a="http://schemas.openxmlformats.org/drawingml/2006/main">
            <a:off x="3810000" y="5857875"/>
            <a:ext cx="3619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00" b="1">
                <a:solidFill>
                  <a:srgbClr val="000000"/>
                </a:solidFill>
                <a:latin typeface="Arial"/>
                <a:ea typeface="Arial"/>
                <a:cs typeface="Arial"/>
              </a:defRPr>
            </a:defPPr>
            <a:lvl1pPr algn="l">
              <a:defRPr sz="2400" b="1">
                <a:solidFill>
                  <a:srgbClr val="000000"/>
                </a:solidFill>
                <a:latin typeface="Arial"/>
                <a:ea typeface="Arial"/>
                <a:cs typeface="Arial"/>
              </a:defRPr>
            </a:lvl1pPr>
            <a:lvl2pPr algn="l">
              <a:defRPr sz="2400" b="1">
                <a:solidFill>
                  <a:srgbClr val="000000"/>
                </a:solidFill>
                <a:latin typeface="Arial"/>
                <a:ea typeface="Arial"/>
                <a:cs typeface="Arial"/>
              </a:defRPr>
            </a:lvl2pPr>
            <a:lvl3pPr algn="l">
              <a:defRPr sz="2400" b="1">
                <a:solidFill>
                  <a:srgbClr val="000000"/>
                </a:solidFill>
                <a:latin typeface="Arial"/>
                <a:ea typeface="Arial"/>
                <a:cs typeface="Arial"/>
              </a:defRPr>
            </a:lvl3pPr>
            <a:lvl4pPr algn="l">
              <a:defRPr sz="2400" b="1">
                <a:solidFill>
                  <a:srgbClr val="000000"/>
                </a:solidFill>
                <a:latin typeface="Arial"/>
                <a:ea typeface="Arial"/>
                <a:cs typeface="Arial"/>
              </a:defRPr>
            </a:lvl4pPr>
            <a:lvl5pPr algn="l">
              <a:defRPr sz="2400" b="1">
                <a:solidFill>
                  <a:srgbClr val="000000"/>
                </a:solidFill>
                <a:latin typeface="Arial"/>
                <a:ea typeface="Arial"/>
                <a:cs typeface="Arial"/>
              </a:defRPr>
            </a:lvl5pPr>
            <a:lvl6pPr algn="l">
              <a:defRPr sz="2400" b="1">
                <a:solidFill>
                  <a:srgbClr val="000000"/>
                </a:solidFill>
                <a:latin typeface="Arial"/>
                <a:ea typeface="Arial"/>
                <a:cs typeface="Arial"/>
              </a:defRPr>
            </a:lvl6pPr>
            <a:lvl7pPr algn="l">
              <a:defRPr sz="2400" b="1">
                <a:solidFill>
                  <a:srgbClr val="000000"/>
                </a:solidFill>
                <a:latin typeface="Arial"/>
                <a:ea typeface="Arial"/>
                <a:cs typeface="Arial"/>
              </a:defRPr>
            </a:lvl7pPr>
            <a:lvl8pPr algn="l">
              <a:defRPr sz="2400" b="1">
                <a:solidFill>
                  <a:srgbClr val="000000"/>
                </a:solidFill>
                <a:latin typeface="Arial"/>
                <a:ea typeface="Arial"/>
                <a:cs typeface="Arial"/>
              </a:defRPr>
            </a:lvl8pPr>
            <a:lvl9pPr algn="l">
              <a:defRPr sz="2400" b="1">
                <a:solidFill>
                  <a:srgbClr val="000000"/>
                </a:solidFill>
                <a:latin typeface="Arial"/>
                <a:ea typeface="Arial"/>
                <a:cs typeface="Arial"/>
              </a:defRPr>
            </a:lvl9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Đinh Xuân Nam</a:t>
            </a:r>
          </a:p>
        </p:txBody>
      </p:sp>
      <p:sp>
        <p:nvSpPr>
          <p:cNvPr id="6" name="">
            <a:extLst xmlns:a="http://schemas.openxmlformats.org/drawingml/2006/main">
              <a:ext uri="{FF2B5EF4-FFF2-40B4-BE49-F238E27FC236}">
                <a16:creationId xmlns:a16="http://schemas.microsoft.com/office/drawing/2014/main" id="{0F5E5457-71E8-4B32-A262-B6C76F9A489E}"/>
              </a:ext>
            </a:extLst>
          </p:cNvPr>
          <p:cNvSpPr>
            <a:spLocks xmlns:a="http://schemas.openxmlformats.org/drawingml/2006/main" noGrp="1"/>
          </p:cNvSpPr>
          <p:nvPr/>
        </p:nvSpPr>
        <p:spPr>
          <a:xfrm xmlns:a="http://schemas.openxmlformats.org/drawingml/2006/main">
            <a:off x="3810000" y="6419850"/>
            <a:ext cx="3619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0">
                <a:solidFill>
                  <a:srgbClr val="000000"/>
                </a:solidFill>
                <a:latin typeface="Arial"/>
                <a:ea typeface="Arial"/>
                <a:cs typeface="Arial"/>
              </a:defRPr>
            </a:defPPr>
            <a:lvl1pPr algn="l">
              <a:defRPr sz="2025" b="0">
                <a:solidFill>
                  <a:srgbClr val="000000"/>
                </a:solidFill>
                <a:latin typeface="Arial"/>
                <a:ea typeface="Arial"/>
                <a:cs typeface="Arial"/>
              </a:defRPr>
            </a:lvl1pPr>
            <a:lvl2pPr algn="l">
              <a:defRPr sz="2025" b="0">
                <a:solidFill>
                  <a:srgbClr val="000000"/>
                </a:solidFill>
                <a:latin typeface="Arial"/>
                <a:ea typeface="Arial"/>
                <a:cs typeface="Arial"/>
              </a:defRPr>
            </a:lvl2pPr>
            <a:lvl3pPr algn="l">
              <a:defRPr sz="2025" b="0">
                <a:solidFill>
                  <a:srgbClr val="000000"/>
                </a:solidFill>
                <a:latin typeface="Arial"/>
                <a:ea typeface="Arial"/>
                <a:cs typeface="Arial"/>
              </a:defRPr>
            </a:lvl3pPr>
            <a:lvl4pPr algn="l">
              <a:defRPr sz="2025" b="0">
                <a:solidFill>
                  <a:srgbClr val="000000"/>
                </a:solidFill>
                <a:latin typeface="Arial"/>
                <a:ea typeface="Arial"/>
                <a:cs typeface="Arial"/>
              </a:defRPr>
            </a:lvl4pPr>
            <a:lvl5pPr algn="l">
              <a:defRPr sz="2025" b="0">
                <a:solidFill>
                  <a:srgbClr val="000000"/>
                </a:solidFill>
                <a:latin typeface="Arial"/>
                <a:ea typeface="Arial"/>
                <a:cs typeface="Arial"/>
              </a:defRPr>
            </a:lvl5pPr>
            <a:lvl6pPr algn="l">
              <a:defRPr sz="2025" b="0">
                <a:solidFill>
                  <a:srgbClr val="000000"/>
                </a:solidFill>
                <a:latin typeface="Arial"/>
                <a:ea typeface="Arial"/>
                <a:cs typeface="Arial"/>
              </a:defRPr>
            </a:lvl6pPr>
            <a:lvl7pPr algn="l">
              <a:defRPr sz="2025" b="0">
                <a:solidFill>
                  <a:srgbClr val="000000"/>
                </a:solidFill>
                <a:latin typeface="Arial"/>
                <a:ea typeface="Arial"/>
                <a:cs typeface="Arial"/>
              </a:defRPr>
            </a:lvl7pPr>
            <a:lvl8pPr algn="l">
              <a:defRPr sz="2025" b="0">
                <a:solidFill>
                  <a:srgbClr val="000000"/>
                </a:solidFill>
                <a:latin typeface="Arial"/>
                <a:ea typeface="Arial"/>
                <a:cs typeface="Arial"/>
              </a:defRPr>
            </a:lvl8pPr>
            <a:lvl9pPr algn="l">
              <a:defRPr sz="2025" b="0">
                <a:solidFill>
                  <a:srgbClr val="000000"/>
                </a:solidFill>
                <a:latin typeface="Arial"/>
                <a:ea typeface="Arial"/>
                <a:cs typeface="Arial"/>
              </a:defRPr>
            </a:lvl9pPr>
          </a:lstStyle>
          <a:p xmlns:a="http://schemas.openxmlformats.org/drawingml/2006/main">
            <a:pPr algn="l">
              <a:defRPr sz="2025" b="0">
                <a:solidFill>
                  <a:srgbClr val="000000"/>
                </a:solidFill>
                <a:latin typeface="Arial"/>
                <a:ea typeface="Arial"/>
                <a:cs typeface="Arial"/>
              </a:defRPr>
            </a:pPr>
            <a:r>
              <a:rPr sz="2025" b="0">
                <a:solidFill>
                  <a:srgbClr val="000000"/>
                </a:solidFill>
                <a:latin typeface="Arial"/>
                <a:ea typeface="Arial"/>
                <a:cs typeface="Arial"/>
              </a:rPr>
              <a:t>MSSV: 0211268</a:t>
            </a:r>
          </a:p>
        </p:txBody>
      </p:sp>
      <p:sp>
        <p:nvSpPr>
          <p:cNvPr id="7" name="">
            <a:extLst xmlns:a="http://schemas.openxmlformats.org/drawingml/2006/main">
              <a:ext uri="{FF2B5EF4-FFF2-40B4-BE49-F238E27FC236}">
                <a16:creationId xmlns:a16="http://schemas.microsoft.com/office/drawing/2014/main" id="{F012AE9E-4265-423C-8DC3-9190F48C2C3D}"/>
              </a:ext>
            </a:extLst>
          </p:cNvPr>
          <p:cNvSpPr>
            <a:spLocks xmlns:a="http://schemas.openxmlformats.org/drawingml/2006/main" noGrp="1"/>
          </p:cNvSpPr>
          <p:nvPr/>
        </p:nvSpPr>
        <p:spPr>
          <a:xfrm xmlns:a="http://schemas.openxmlformats.org/drawingml/2006/main">
            <a:off x="9144000" y="5410200"/>
            <a:ext cx="76200" cy="2000250"/>
          </a:xfrm>
          <a:prstGeom xmlns:a="http://schemas.openxmlformats.org/drawingml/2006/main" prst="rect">
            <a:avLst/>
          </a:prstGeom>
          <a:solidFill xmlns:a="http://schemas.openxmlformats.org/drawingml/2006/main">
            <a:srgbClr val="007A5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C4D84BC-F0F0-44E6-BF93-91A24C90BA9B}"/>
              </a:ext>
            </a:extLst>
          </p:cNvPr>
          <p:cNvSpPr>
            <a:spLocks xmlns:a="http://schemas.openxmlformats.org/drawingml/2006/main" noGrp="1"/>
          </p:cNvSpPr>
          <p:nvPr/>
        </p:nvSpPr>
        <p:spPr>
          <a:xfrm xmlns:a="http://schemas.openxmlformats.org/drawingml/2006/main">
            <a:off x="9906000" y="5381625"/>
            <a:ext cx="4381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0">
                <a:solidFill>
                  <a:srgbClr val="4B5563"/>
                </a:solidFill>
                <a:latin typeface="Arial"/>
                <a:ea typeface="Arial"/>
                <a:cs typeface="Arial"/>
              </a:defRPr>
            </a:defPPr>
            <a:lvl1pPr algn="l">
              <a:defRPr sz="2025" b="0">
                <a:solidFill>
                  <a:srgbClr val="4B5563"/>
                </a:solidFill>
                <a:latin typeface="Arial"/>
                <a:ea typeface="Arial"/>
                <a:cs typeface="Arial"/>
              </a:defRPr>
            </a:lvl1pPr>
            <a:lvl2pPr algn="l">
              <a:defRPr sz="2025" b="0">
                <a:solidFill>
                  <a:srgbClr val="4B5563"/>
                </a:solidFill>
                <a:latin typeface="Arial"/>
                <a:ea typeface="Arial"/>
                <a:cs typeface="Arial"/>
              </a:defRPr>
            </a:lvl2pPr>
            <a:lvl3pPr algn="l">
              <a:defRPr sz="2025" b="0">
                <a:solidFill>
                  <a:srgbClr val="4B5563"/>
                </a:solidFill>
                <a:latin typeface="Arial"/>
                <a:ea typeface="Arial"/>
                <a:cs typeface="Arial"/>
              </a:defRPr>
            </a:lvl3pPr>
            <a:lvl4pPr algn="l">
              <a:defRPr sz="2025" b="0">
                <a:solidFill>
                  <a:srgbClr val="4B5563"/>
                </a:solidFill>
                <a:latin typeface="Arial"/>
                <a:ea typeface="Arial"/>
                <a:cs typeface="Arial"/>
              </a:defRPr>
            </a:lvl4pPr>
            <a:lvl5pPr algn="l">
              <a:defRPr sz="2025" b="0">
                <a:solidFill>
                  <a:srgbClr val="4B5563"/>
                </a:solidFill>
                <a:latin typeface="Arial"/>
                <a:ea typeface="Arial"/>
                <a:cs typeface="Arial"/>
              </a:defRPr>
            </a:lvl5pPr>
            <a:lvl6pPr algn="l">
              <a:defRPr sz="2025" b="0">
                <a:solidFill>
                  <a:srgbClr val="4B5563"/>
                </a:solidFill>
                <a:latin typeface="Arial"/>
                <a:ea typeface="Arial"/>
                <a:cs typeface="Arial"/>
              </a:defRPr>
            </a:lvl6pPr>
            <a:lvl7pPr algn="l">
              <a:defRPr sz="2025" b="0">
                <a:solidFill>
                  <a:srgbClr val="4B5563"/>
                </a:solidFill>
                <a:latin typeface="Arial"/>
                <a:ea typeface="Arial"/>
                <a:cs typeface="Arial"/>
              </a:defRPr>
            </a:lvl7pPr>
            <a:lvl8pPr algn="l">
              <a:defRPr sz="2025" b="0">
                <a:solidFill>
                  <a:srgbClr val="4B5563"/>
                </a:solidFill>
                <a:latin typeface="Arial"/>
                <a:ea typeface="Arial"/>
                <a:cs typeface="Arial"/>
              </a:defRPr>
            </a:lvl8pPr>
            <a:lvl9pPr algn="l">
              <a:defRPr sz="2025" b="0">
                <a:solidFill>
                  <a:srgbClr val="4B5563"/>
                </a:solidFill>
                <a:latin typeface="Arial"/>
                <a:ea typeface="Arial"/>
                <a:cs typeface="Arial"/>
              </a:defRPr>
            </a:lvl9pPr>
          </a:lstStyle>
          <a:p xmlns:a="http://schemas.openxmlformats.org/drawingml/2006/main">
            <a:pPr algn="l">
              <a:defRPr sz="2025" b="0">
                <a:solidFill>
                  <a:srgbClr val="4B5563"/>
                </a:solidFill>
                <a:latin typeface="Arial"/>
                <a:ea typeface="Arial"/>
                <a:cs typeface="Arial"/>
              </a:defRPr>
            </a:pPr>
            <a:r>
              <a:rPr sz="2025" b="0">
                <a:solidFill>
                  <a:srgbClr val="4B5563"/>
                </a:solidFill>
                <a:latin typeface="Arial"/>
                <a:ea typeface="Arial"/>
                <a:cs typeface="Arial"/>
              </a:rPr>
              <a:t>Giảng viên hướng dẫn:</a:t>
            </a:r>
          </a:p>
        </p:txBody>
      </p:sp>
      <p:sp>
        <p:nvSpPr>
          <p:cNvPr id="9" name="">
            <a:extLst xmlns:a="http://schemas.openxmlformats.org/drawingml/2006/main">
              <a:ext uri="{FF2B5EF4-FFF2-40B4-BE49-F238E27FC236}">
                <a16:creationId xmlns:a16="http://schemas.microsoft.com/office/drawing/2014/main" id="{D6DFA67A-76B7-4BC3-B73E-39FCB7ECBDE2}"/>
              </a:ext>
            </a:extLst>
          </p:cNvPr>
          <p:cNvSpPr>
            <a:spLocks xmlns:a="http://schemas.openxmlformats.org/drawingml/2006/main" noGrp="1"/>
          </p:cNvSpPr>
          <p:nvPr/>
        </p:nvSpPr>
        <p:spPr>
          <a:xfrm xmlns:a="http://schemas.openxmlformats.org/drawingml/2006/main">
            <a:off x="9906000" y="5857875"/>
            <a:ext cx="4381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00" b="1">
                <a:solidFill>
                  <a:srgbClr val="000000"/>
                </a:solidFill>
                <a:latin typeface="Arial"/>
                <a:ea typeface="Arial"/>
                <a:cs typeface="Arial"/>
              </a:defRPr>
            </a:defPPr>
            <a:lvl1pPr algn="l">
              <a:defRPr sz="2400" b="1">
                <a:solidFill>
                  <a:srgbClr val="000000"/>
                </a:solidFill>
                <a:latin typeface="Arial"/>
                <a:ea typeface="Arial"/>
                <a:cs typeface="Arial"/>
              </a:defRPr>
            </a:lvl1pPr>
            <a:lvl2pPr algn="l">
              <a:defRPr sz="2400" b="1">
                <a:solidFill>
                  <a:srgbClr val="000000"/>
                </a:solidFill>
                <a:latin typeface="Arial"/>
                <a:ea typeface="Arial"/>
                <a:cs typeface="Arial"/>
              </a:defRPr>
            </a:lvl2pPr>
            <a:lvl3pPr algn="l">
              <a:defRPr sz="2400" b="1">
                <a:solidFill>
                  <a:srgbClr val="000000"/>
                </a:solidFill>
                <a:latin typeface="Arial"/>
                <a:ea typeface="Arial"/>
                <a:cs typeface="Arial"/>
              </a:defRPr>
            </a:lvl3pPr>
            <a:lvl4pPr algn="l">
              <a:defRPr sz="2400" b="1">
                <a:solidFill>
                  <a:srgbClr val="000000"/>
                </a:solidFill>
                <a:latin typeface="Arial"/>
                <a:ea typeface="Arial"/>
                <a:cs typeface="Arial"/>
              </a:defRPr>
            </a:lvl4pPr>
            <a:lvl5pPr algn="l">
              <a:defRPr sz="2400" b="1">
                <a:solidFill>
                  <a:srgbClr val="000000"/>
                </a:solidFill>
                <a:latin typeface="Arial"/>
                <a:ea typeface="Arial"/>
                <a:cs typeface="Arial"/>
              </a:defRPr>
            </a:lvl5pPr>
            <a:lvl6pPr algn="l">
              <a:defRPr sz="2400" b="1">
                <a:solidFill>
                  <a:srgbClr val="000000"/>
                </a:solidFill>
                <a:latin typeface="Arial"/>
                <a:ea typeface="Arial"/>
                <a:cs typeface="Arial"/>
              </a:defRPr>
            </a:lvl6pPr>
            <a:lvl7pPr algn="l">
              <a:defRPr sz="2400" b="1">
                <a:solidFill>
                  <a:srgbClr val="000000"/>
                </a:solidFill>
                <a:latin typeface="Arial"/>
                <a:ea typeface="Arial"/>
                <a:cs typeface="Arial"/>
              </a:defRPr>
            </a:lvl7pPr>
            <a:lvl8pPr algn="l">
              <a:defRPr sz="2400" b="1">
                <a:solidFill>
                  <a:srgbClr val="000000"/>
                </a:solidFill>
                <a:latin typeface="Arial"/>
                <a:ea typeface="Arial"/>
                <a:cs typeface="Arial"/>
              </a:defRPr>
            </a:lvl8pPr>
            <a:lvl9pPr algn="l">
              <a:defRPr sz="2400" b="1">
                <a:solidFill>
                  <a:srgbClr val="000000"/>
                </a:solidFill>
                <a:latin typeface="Arial"/>
                <a:ea typeface="Arial"/>
                <a:cs typeface="Arial"/>
              </a:defRPr>
            </a:lvl9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Nguyễn Đình Quý</a:t>
            </a:r>
          </a:p>
        </p:txBody>
      </p:sp>
      <p:sp>
        <p:nvSpPr>
          <p:cNvPr id="10" name="">
            <a:extLst xmlns:a="http://schemas.openxmlformats.org/drawingml/2006/main">
              <a:ext uri="{FF2B5EF4-FFF2-40B4-BE49-F238E27FC236}">
                <a16:creationId xmlns:a16="http://schemas.microsoft.com/office/drawing/2014/main" id="{F0311D21-6A1E-48C4-B014-9BC98F33153F}"/>
              </a:ext>
            </a:extLst>
          </p:cNvPr>
          <p:cNvSpPr>
            <a:spLocks xmlns:a="http://schemas.openxmlformats.org/drawingml/2006/main" noGrp="1"/>
          </p:cNvSpPr>
          <p:nvPr/>
        </p:nvSpPr>
        <p:spPr>
          <a:xfrm xmlns:a="http://schemas.openxmlformats.org/drawingml/2006/main">
            <a:off x="6048375" y="8715375"/>
            <a:ext cx="619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950" b="0">
                <a:solidFill>
                  <a:srgbClr val="333333"/>
                </a:solidFill>
                <a:latin typeface="Arial"/>
                <a:ea typeface="Arial"/>
                <a:cs typeface="Arial"/>
              </a:defRPr>
            </a:defPPr>
            <a:lvl1pPr algn="ctr">
              <a:defRPr sz="1950" b="0">
                <a:solidFill>
                  <a:srgbClr val="333333"/>
                </a:solidFill>
                <a:latin typeface="Arial"/>
                <a:ea typeface="Arial"/>
                <a:cs typeface="Arial"/>
              </a:defRPr>
            </a:lvl1pPr>
            <a:lvl2pPr algn="ctr">
              <a:defRPr sz="1950" b="0">
                <a:solidFill>
                  <a:srgbClr val="333333"/>
                </a:solidFill>
                <a:latin typeface="Arial"/>
                <a:ea typeface="Arial"/>
                <a:cs typeface="Arial"/>
              </a:defRPr>
            </a:lvl2pPr>
            <a:lvl3pPr algn="ctr">
              <a:defRPr sz="1950" b="0">
                <a:solidFill>
                  <a:srgbClr val="333333"/>
                </a:solidFill>
                <a:latin typeface="Arial"/>
                <a:ea typeface="Arial"/>
                <a:cs typeface="Arial"/>
              </a:defRPr>
            </a:lvl3pPr>
            <a:lvl4pPr algn="ctr">
              <a:defRPr sz="1950" b="0">
                <a:solidFill>
                  <a:srgbClr val="333333"/>
                </a:solidFill>
                <a:latin typeface="Arial"/>
                <a:ea typeface="Arial"/>
                <a:cs typeface="Arial"/>
              </a:defRPr>
            </a:lvl4pPr>
            <a:lvl5pPr algn="ctr">
              <a:defRPr sz="1950" b="0">
                <a:solidFill>
                  <a:srgbClr val="333333"/>
                </a:solidFill>
                <a:latin typeface="Arial"/>
                <a:ea typeface="Arial"/>
                <a:cs typeface="Arial"/>
              </a:defRPr>
            </a:lvl5pPr>
            <a:lvl6pPr algn="ctr">
              <a:defRPr sz="1950" b="0">
                <a:solidFill>
                  <a:srgbClr val="333333"/>
                </a:solidFill>
                <a:latin typeface="Arial"/>
                <a:ea typeface="Arial"/>
                <a:cs typeface="Arial"/>
              </a:defRPr>
            </a:lvl6pPr>
            <a:lvl7pPr algn="ctr">
              <a:defRPr sz="1950" b="0">
                <a:solidFill>
                  <a:srgbClr val="333333"/>
                </a:solidFill>
                <a:latin typeface="Arial"/>
                <a:ea typeface="Arial"/>
                <a:cs typeface="Arial"/>
              </a:defRPr>
            </a:lvl7pPr>
            <a:lvl8pPr algn="ctr">
              <a:defRPr sz="1950" b="0">
                <a:solidFill>
                  <a:srgbClr val="333333"/>
                </a:solidFill>
                <a:latin typeface="Arial"/>
                <a:ea typeface="Arial"/>
                <a:cs typeface="Arial"/>
              </a:defRPr>
            </a:lvl8pPr>
            <a:lvl9pPr algn="ctr">
              <a:defRPr sz="1950" b="0">
                <a:solidFill>
                  <a:srgbClr val="333333"/>
                </a:solidFill>
                <a:latin typeface="Arial"/>
                <a:ea typeface="Arial"/>
                <a:cs typeface="Arial"/>
              </a:defRPr>
            </a:lvl9pPr>
          </a:lstStyle>
          <a:p xmlns:a="http://schemas.openxmlformats.org/drawingml/2006/main">
            <a:pPr algn="ctr">
              <a:defRPr sz="1950" b="0">
                <a:solidFill>
                  <a:srgbClr val="333333"/>
                </a:solidFill>
                <a:latin typeface="Arial"/>
                <a:ea typeface="Arial"/>
                <a:cs typeface="Arial"/>
              </a:defRPr>
            </a:pPr>
            <a:r>
              <a:rPr sz="1950" b="0">
                <a:solidFill>
                  <a:srgbClr val="333333"/>
                </a:solidFill>
                <a:latin typeface="Arial"/>
                <a:ea typeface="Arial"/>
                <a:cs typeface="Arial"/>
              </a:rPr>
              <a:t>Hà Nội, tháng 10 năm 2026</a:t>
            </a:r>
          </a:p>
        </p:txBody>
      </p:sp>
    </p:spTree>
    <p:extLst>
      <p:ext uri="{BB962C8B-B14F-4D97-AF65-F5344CB8AC3E}">
        <p14:creationId xmlns:p14="http://schemas.microsoft.com/office/powerpoint/2010/main" val="121170746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9E5C60A-6031-4080-9681-D525BC5F4B8C}"/>
              </a:ext>
            </a:extLst>
          </p:cNvPr>
          <p:cNvSpPr>
            <a:spLocks xmlns:a="http://schemas.openxmlformats.org/drawingml/2006/main" noGrp="1"/>
          </p:cNvSpPr>
          <p:nvPr/>
        </p:nvSpPr>
        <p:spPr>
          <a:xfrm xmlns:a="http://schemas.openxmlformats.org/drawingml/2006/main">
            <a:off x="876300" y="838200"/>
            <a:ext cx="76200" cy="819150"/>
          </a:xfrm>
          <a:prstGeom xmlns:a="http://schemas.openxmlformats.org/drawingml/2006/main" prst="rect">
            <a:avLst/>
          </a:prstGeom>
          <a:solidFill xmlns:a="http://schemas.openxmlformats.org/drawingml/2006/main">
            <a:srgbClr val="007A5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9EACD3C-C2CB-40F2-AFC5-ACDFFCD4168B}"/>
              </a:ext>
            </a:extLst>
          </p:cNvPr>
          <p:cNvSpPr>
            <a:spLocks xmlns:a="http://schemas.openxmlformats.org/drawingml/2006/main" noGrp="1"/>
          </p:cNvSpPr>
          <p:nvPr/>
        </p:nvSpPr>
        <p:spPr>
          <a:xfrm xmlns:a="http://schemas.openxmlformats.org/drawingml/2006/main">
            <a:off x="1095375" y="819150"/>
            <a:ext cx="14287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050" b="0">
                <a:solidFill>
                  <a:srgbClr val="000000"/>
                </a:solidFill>
                <a:latin typeface="Arial"/>
                <a:ea typeface="Arial"/>
                <a:cs typeface="Arial"/>
              </a:defRPr>
            </a:defPPr>
            <a:lvl1pPr algn="l">
              <a:defRPr sz="4050" b="0">
                <a:solidFill>
                  <a:srgbClr val="000000"/>
                </a:solidFill>
                <a:latin typeface="Arial"/>
                <a:ea typeface="Arial"/>
                <a:cs typeface="Arial"/>
              </a:defRPr>
            </a:lvl1pPr>
            <a:lvl2pPr algn="l">
              <a:defRPr sz="4050" b="0">
                <a:solidFill>
                  <a:srgbClr val="000000"/>
                </a:solidFill>
                <a:latin typeface="Arial"/>
                <a:ea typeface="Arial"/>
                <a:cs typeface="Arial"/>
              </a:defRPr>
            </a:lvl2pPr>
            <a:lvl3pPr algn="l">
              <a:defRPr sz="4050" b="0">
                <a:solidFill>
                  <a:srgbClr val="000000"/>
                </a:solidFill>
                <a:latin typeface="Arial"/>
                <a:ea typeface="Arial"/>
                <a:cs typeface="Arial"/>
              </a:defRPr>
            </a:lvl3pPr>
            <a:lvl4pPr algn="l">
              <a:defRPr sz="4050" b="0">
                <a:solidFill>
                  <a:srgbClr val="000000"/>
                </a:solidFill>
                <a:latin typeface="Arial"/>
                <a:ea typeface="Arial"/>
                <a:cs typeface="Arial"/>
              </a:defRPr>
            </a:lvl4pPr>
            <a:lvl5pPr algn="l">
              <a:defRPr sz="4050" b="0">
                <a:solidFill>
                  <a:srgbClr val="000000"/>
                </a:solidFill>
                <a:latin typeface="Arial"/>
                <a:ea typeface="Arial"/>
                <a:cs typeface="Arial"/>
              </a:defRPr>
            </a:lvl5pPr>
            <a:lvl6pPr algn="l">
              <a:defRPr sz="4050" b="0">
                <a:solidFill>
                  <a:srgbClr val="000000"/>
                </a:solidFill>
                <a:latin typeface="Arial"/>
                <a:ea typeface="Arial"/>
                <a:cs typeface="Arial"/>
              </a:defRPr>
            </a:lvl6pPr>
            <a:lvl7pPr algn="l">
              <a:defRPr sz="4050" b="0">
                <a:solidFill>
                  <a:srgbClr val="000000"/>
                </a:solidFill>
                <a:latin typeface="Arial"/>
                <a:ea typeface="Arial"/>
                <a:cs typeface="Arial"/>
              </a:defRPr>
            </a:lvl7pPr>
            <a:lvl8pPr algn="l">
              <a:defRPr sz="4050" b="0">
                <a:solidFill>
                  <a:srgbClr val="000000"/>
                </a:solidFill>
                <a:latin typeface="Arial"/>
                <a:ea typeface="Arial"/>
                <a:cs typeface="Arial"/>
              </a:defRPr>
            </a:lvl8pPr>
            <a:lvl9pPr algn="l">
              <a:defRPr sz="4050" b="0">
                <a:solidFill>
                  <a:srgbClr val="000000"/>
                </a:solidFill>
                <a:latin typeface="Arial"/>
                <a:ea typeface="Arial"/>
                <a:cs typeface="Arial"/>
              </a:defRPr>
            </a:lvl9pPr>
          </a:lstStyle>
          <a:p xmlns:a="http://schemas.openxmlformats.org/drawingml/2006/main">
            <a:pPr algn="l">
              <a:defRPr sz="4050" b="0">
                <a:solidFill>
                  <a:srgbClr val="000000"/>
                </a:solidFill>
                <a:latin typeface="Arial"/>
                <a:ea typeface="Arial"/>
                <a:cs typeface="Arial"/>
              </a:defRPr>
            </a:pPr>
            <a:r>
              <a:rPr sz="4050" b="0">
                <a:solidFill>
                  <a:srgbClr val="000000"/>
                </a:solidFill>
                <a:latin typeface="Arial"/>
                <a:ea typeface="Arial"/>
                <a:cs typeface="Arial"/>
              </a:rPr>
              <a:t>Bối Cảnh &amp; Mục Tiêu</a:t>
            </a:r>
          </a:p>
        </p:txBody>
      </p:sp>
      <p:sp>
        <p:nvSpPr>
          <p:cNvPr id="3" name="">
            <a:extLst xmlns:a="http://schemas.openxmlformats.org/drawingml/2006/main">
              <a:ext uri="{FF2B5EF4-FFF2-40B4-BE49-F238E27FC236}">
                <a16:creationId xmlns:a16="http://schemas.microsoft.com/office/drawing/2014/main" id="{E2A30A8C-3935-43EC-902E-D8F54AC0640D}"/>
              </a:ext>
            </a:extLst>
          </p:cNvPr>
          <p:cNvSpPr>
            <a:spLocks xmlns:a="http://schemas.openxmlformats.org/drawingml/2006/main" noGrp="1"/>
          </p:cNvSpPr>
          <p:nvPr/>
        </p:nvSpPr>
        <p:spPr>
          <a:xfrm xmlns:a="http://schemas.openxmlformats.org/drawingml/2006/main">
            <a:off x="857250" y="3095625"/>
            <a:ext cx="7810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625" b="1">
                <a:solidFill>
                  <a:srgbClr val="000000"/>
                </a:solidFill>
                <a:latin typeface="Arial"/>
                <a:ea typeface="Arial"/>
                <a:cs typeface="Arial"/>
              </a:defRPr>
            </a:defPPr>
            <a:lvl1pPr algn="l">
              <a:defRPr sz="2625" b="1">
                <a:solidFill>
                  <a:srgbClr val="000000"/>
                </a:solidFill>
                <a:latin typeface="Arial"/>
                <a:ea typeface="Arial"/>
                <a:cs typeface="Arial"/>
              </a:defRPr>
            </a:lvl1pPr>
            <a:lvl2pPr algn="l">
              <a:defRPr sz="2625" b="1">
                <a:solidFill>
                  <a:srgbClr val="000000"/>
                </a:solidFill>
                <a:latin typeface="Arial"/>
                <a:ea typeface="Arial"/>
                <a:cs typeface="Arial"/>
              </a:defRPr>
            </a:lvl2pPr>
            <a:lvl3pPr algn="l">
              <a:defRPr sz="2625" b="1">
                <a:solidFill>
                  <a:srgbClr val="000000"/>
                </a:solidFill>
                <a:latin typeface="Arial"/>
                <a:ea typeface="Arial"/>
                <a:cs typeface="Arial"/>
              </a:defRPr>
            </a:lvl3pPr>
            <a:lvl4pPr algn="l">
              <a:defRPr sz="2625" b="1">
                <a:solidFill>
                  <a:srgbClr val="000000"/>
                </a:solidFill>
                <a:latin typeface="Arial"/>
                <a:ea typeface="Arial"/>
                <a:cs typeface="Arial"/>
              </a:defRPr>
            </a:lvl4pPr>
            <a:lvl5pPr algn="l">
              <a:defRPr sz="2625" b="1">
                <a:solidFill>
                  <a:srgbClr val="000000"/>
                </a:solidFill>
                <a:latin typeface="Arial"/>
                <a:ea typeface="Arial"/>
                <a:cs typeface="Arial"/>
              </a:defRPr>
            </a:lvl5pPr>
            <a:lvl6pPr algn="l">
              <a:defRPr sz="2625" b="1">
                <a:solidFill>
                  <a:srgbClr val="000000"/>
                </a:solidFill>
                <a:latin typeface="Arial"/>
                <a:ea typeface="Arial"/>
                <a:cs typeface="Arial"/>
              </a:defRPr>
            </a:lvl6pPr>
            <a:lvl7pPr algn="l">
              <a:defRPr sz="2625" b="1">
                <a:solidFill>
                  <a:srgbClr val="000000"/>
                </a:solidFill>
                <a:latin typeface="Arial"/>
                <a:ea typeface="Arial"/>
                <a:cs typeface="Arial"/>
              </a:defRPr>
            </a:lvl7pPr>
            <a:lvl8pPr algn="l">
              <a:defRPr sz="2625" b="1">
                <a:solidFill>
                  <a:srgbClr val="000000"/>
                </a:solidFill>
                <a:latin typeface="Arial"/>
                <a:ea typeface="Arial"/>
                <a:cs typeface="Arial"/>
              </a:defRPr>
            </a:lvl8pPr>
            <a:lvl9pPr algn="l">
              <a:defRPr sz="2625" b="1">
                <a:solidFill>
                  <a:srgbClr val="000000"/>
                </a:solidFill>
                <a:latin typeface="Arial"/>
                <a:ea typeface="Arial"/>
                <a:cs typeface="Arial"/>
              </a:defRPr>
            </a:lvl9pPr>
          </a:lstStyle>
          <a:p xmlns:a="http://schemas.openxmlformats.org/drawingml/2006/main">
            <a:pPr algn="l">
              <a:defRPr sz="2625" b="1">
                <a:solidFill>
                  <a:srgbClr val="000000"/>
                </a:solidFill>
                <a:latin typeface="Arial"/>
                <a:ea typeface="Arial"/>
                <a:cs typeface="Arial"/>
              </a:defRPr>
            </a:pPr>
            <a:r>
              <a:rPr sz="2625" b="1">
                <a:solidFill>
                  <a:srgbClr val="000000"/>
                </a:solidFill>
                <a:latin typeface="Arial"/>
                <a:ea typeface="Arial"/>
                <a:cs typeface="Arial"/>
              </a:rPr>
              <a:t>Bài toán cần giải quyết</a:t>
            </a:r>
          </a:p>
        </p:txBody>
      </p:sp>
      <p:sp>
        <p:nvSpPr>
          <p:cNvPr id="4" name="">
            <a:extLst xmlns:a="http://schemas.openxmlformats.org/drawingml/2006/main">
              <a:ext uri="{FF2B5EF4-FFF2-40B4-BE49-F238E27FC236}">
                <a16:creationId xmlns:a16="http://schemas.microsoft.com/office/drawing/2014/main" id="{28F795FD-2B8D-4BFA-B090-079F0F6F5F98}"/>
              </a:ext>
            </a:extLst>
          </p:cNvPr>
          <p:cNvSpPr>
            <a:spLocks xmlns:a="http://schemas.openxmlformats.org/drawingml/2006/main" noGrp="1"/>
          </p:cNvSpPr>
          <p:nvPr/>
        </p:nvSpPr>
        <p:spPr>
          <a:xfrm xmlns:a="http://schemas.openxmlformats.org/drawingml/2006/main">
            <a:off x="876300" y="3857625"/>
            <a:ext cx="238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1">
                <a:solidFill>
                  <a:srgbClr val="007A58"/>
                </a:solidFill>
                <a:latin typeface="Arial"/>
                <a:ea typeface="Arial"/>
                <a:cs typeface="Arial"/>
              </a:defRPr>
            </a:defPPr>
            <a:lvl1pPr algn="l">
              <a:defRPr sz="2475" b="1">
                <a:solidFill>
                  <a:srgbClr val="007A58"/>
                </a:solidFill>
                <a:latin typeface="Arial"/>
                <a:ea typeface="Arial"/>
                <a:cs typeface="Arial"/>
              </a:defRPr>
            </a:lvl1pPr>
            <a:lvl2pPr algn="l">
              <a:defRPr sz="2475" b="1">
                <a:solidFill>
                  <a:srgbClr val="007A58"/>
                </a:solidFill>
                <a:latin typeface="Arial"/>
                <a:ea typeface="Arial"/>
                <a:cs typeface="Arial"/>
              </a:defRPr>
            </a:lvl2pPr>
            <a:lvl3pPr algn="l">
              <a:defRPr sz="2475" b="1">
                <a:solidFill>
                  <a:srgbClr val="007A58"/>
                </a:solidFill>
                <a:latin typeface="Arial"/>
                <a:ea typeface="Arial"/>
                <a:cs typeface="Arial"/>
              </a:defRPr>
            </a:lvl3pPr>
            <a:lvl4pPr algn="l">
              <a:defRPr sz="2475" b="1">
                <a:solidFill>
                  <a:srgbClr val="007A58"/>
                </a:solidFill>
                <a:latin typeface="Arial"/>
                <a:ea typeface="Arial"/>
                <a:cs typeface="Arial"/>
              </a:defRPr>
            </a:lvl4pPr>
            <a:lvl5pPr algn="l">
              <a:defRPr sz="2475" b="1">
                <a:solidFill>
                  <a:srgbClr val="007A58"/>
                </a:solidFill>
                <a:latin typeface="Arial"/>
                <a:ea typeface="Arial"/>
                <a:cs typeface="Arial"/>
              </a:defRPr>
            </a:lvl5pPr>
            <a:lvl6pPr algn="l">
              <a:defRPr sz="2475" b="1">
                <a:solidFill>
                  <a:srgbClr val="007A58"/>
                </a:solidFill>
                <a:latin typeface="Arial"/>
                <a:ea typeface="Arial"/>
                <a:cs typeface="Arial"/>
              </a:defRPr>
            </a:lvl6pPr>
            <a:lvl7pPr algn="l">
              <a:defRPr sz="2475" b="1">
                <a:solidFill>
                  <a:srgbClr val="007A58"/>
                </a:solidFill>
                <a:latin typeface="Arial"/>
                <a:ea typeface="Arial"/>
                <a:cs typeface="Arial"/>
              </a:defRPr>
            </a:lvl7pPr>
            <a:lvl8pPr algn="l">
              <a:defRPr sz="2475" b="1">
                <a:solidFill>
                  <a:srgbClr val="007A58"/>
                </a:solidFill>
                <a:latin typeface="Arial"/>
                <a:ea typeface="Arial"/>
                <a:cs typeface="Arial"/>
              </a:defRPr>
            </a:lvl8pPr>
            <a:lvl9pPr algn="l">
              <a:defRPr sz="2475" b="1">
                <a:solidFill>
                  <a:srgbClr val="007A58"/>
                </a:solidFill>
                <a:latin typeface="Arial"/>
                <a:ea typeface="Arial"/>
                <a:cs typeface="Arial"/>
              </a:defRPr>
            </a:lvl9pPr>
          </a:lstStyle>
          <a:p xmlns:a="http://schemas.openxmlformats.org/drawingml/2006/main">
            <a:pPr algn="l">
              <a:defRPr sz="2475" b="1">
                <a:solidFill>
                  <a:srgbClr val="007A58"/>
                </a:solidFill>
                <a:latin typeface="Arial"/>
                <a:ea typeface="Arial"/>
                <a:cs typeface="Arial"/>
              </a:defRPr>
            </a:pPr>
            <a:r>
              <a:rPr sz="2475" b="1">
                <a:solidFill>
                  <a:srgbClr val="007A58"/>
                </a:solidFill>
                <a:latin typeface="Arial"/>
                <a:ea typeface="Arial"/>
                <a:cs typeface="Arial"/>
              </a:rPr>
              <a:t>•</a:t>
            </a:r>
          </a:p>
        </p:txBody>
      </p:sp>
      <p:sp>
        <p:nvSpPr>
          <p:cNvPr id="5" name="">
            <a:extLst xmlns:a="http://schemas.openxmlformats.org/drawingml/2006/main">
              <a:ext uri="{FF2B5EF4-FFF2-40B4-BE49-F238E27FC236}">
                <a16:creationId xmlns:a16="http://schemas.microsoft.com/office/drawing/2014/main" id="{B30568CF-5A8A-4C04-986D-F77779815DAE}"/>
              </a:ext>
            </a:extLst>
          </p:cNvPr>
          <p:cNvSpPr>
            <a:spLocks xmlns:a="http://schemas.openxmlformats.org/drawingml/2006/main" noGrp="1"/>
          </p:cNvSpPr>
          <p:nvPr/>
        </p:nvSpPr>
        <p:spPr>
          <a:xfrm xmlns:a="http://schemas.openxmlformats.org/drawingml/2006/main">
            <a:off x="1219200" y="3857625"/>
            <a:ext cx="75152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0">
                <a:solidFill>
                  <a:srgbClr val="000000"/>
                </a:solidFill>
                <a:latin typeface="Arial"/>
                <a:ea typeface="Arial"/>
                <a:cs typeface="Arial"/>
              </a:defRPr>
            </a:defPPr>
            <a:lvl1pPr algn="l">
              <a:defRPr sz="2100" b="0">
                <a:solidFill>
                  <a:srgbClr val="000000"/>
                </a:solidFill>
                <a:latin typeface="Arial"/>
                <a:ea typeface="Arial"/>
                <a:cs typeface="Arial"/>
              </a:defRPr>
            </a:lvl1pPr>
            <a:lvl2pPr algn="l">
              <a:defRPr sz="2100" b="0">
                <a:solidFill>
                  <a:srgbClr val="000000"/>
                </a:solidFill>
                <a:latin typeface="Arial"/>
                <a:ea typeface="Arial"/>
                <a:cs typeface="Arial"/>
              </a:defRPr>
            </a:lvl2pPr>
            <a:lvl3pPr algn="l">
              <a:defRPr sz="2100" b="0">
                <a:solidFill>
                  <a:srgbClr val="000000"/>
                </a:solidFill>
                <a:latin typeface="Arial"/>
                <a:ea typeface="Arial"/>
                <a:cs typeface="Arial"/>
              </a:defRPr>
            </a:lvl3pPr>
            <a:lvl4pPr algn="l">
              <a:defRPr sz="2100" b="0">
                <a:solidFill>
                  <a:srgbClr val="000000"/>
                </a:solidFill>
                <a:latin typeface="Arial"/>
                <a:ea typeface="Arial"/>
                <a:cs typeface="Arial"/>
              </a:defRPr>
            </a:lvl4pPr>
            <a:lvl5pPr algn="l">
              <a:defRPr sz="2100" b="0">
                <a:solidFill>
                  <a:srgbClr val="000000"/>
                </a:solidFill>
                <a:latin typeface="Arial"/>
                <a:ea typeface="Arial"/>
                <a:cs typeface="Arial"/>
              </a:defRPr>
            </a:lvl5pPr>
            <a:lvl6pPr algn="l">
              <a:defRPr sz="2100" b="0">
                <a:solidFill>
                  <a:srgbClr val="000000"/>
                </a:solidFill>
                <a:latin typeface="Arial"/>
                <a:ea typeface="Arial"/>
                <a:cs typeface="Arial"/>
              </a:defRPr>
            </a:lvl6pPr>
            <a:lvl7pPr algn="l">
              <a:defRPr sz="2100" b="0">
                <a:solidFill>
                  <a:srgbClr val="000000"/>
                </a:solidFill>
                <a:latin typeface="Arial"/>
                <a:ea typeface="Arial"/>
                <a:cs typeface="Arial"/>
              </a:defRPr>
            </a:lvl7pPr>
            <a:lvl8pPr algn="l">
              <a:defRPr sz="2100" b="0">
                <a:solidFill>
                  <a:srgbClr val="000000"/>
                </a:solidFill>
                <a:latin typeface="Arial"/>
                <a:ea typeface="Arial"/>
                <a:cs typeface="Arial"/>
              </a:defRPr>
            </a:lvl8pPr>
            <a:lvl9pPr algn="l">
              <a:defRPr sz="2100" b="0">
                <a:solidFill>
                  <a:srgbClr val="000000"/>
                </a:solidFill>
                <a:latin typeface="Arial"/>
                <a:ea typeface="Arial"/>
                <a:cs typeface="Arial"/>
              </a:defRPr>
            </a:lvl9pPr>
          </a:lstStyle>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Tìm vùng có lửa hoặc khói trong từng khung hình.</a:t>
            </a:r>
          </a:p>
        </p:txBody>
      </p:sp>
      <p:sp>
        <p:nvSpPr>
          <p:cNvPr id="6" name="">
            <a:extLst xmlns:a="http://schemas.openxmlformats.org/drawingml/2006/main">
              <a:ext uri="{FF2B5EF4-FFF2-40B4-BE49-F238E27FC236}">
                <a16:creationId xmlns:a16="http://schemas.microsoft.com/office/drawing/2014/main" id="{A438449C-4D5E-4C14-A108-7645A3B2BFF9}"/>
              </a:ext>
            </a:extLst>
          </p:cNvPr>
          <p:cNvSpPr>
            <a:spLocks xmlns:a="http://schemas.openxmlformats.org/drawingml/2006/main" noGrp="1"/>
          </p:cNvSpPr>
          <p:nvPr/>
        </p:nvSpPr>
        <p:spPr>
          <a:xfrm xmlns:a="http://schemas.openxmlformats.org/drawingml/2006/main">
            <a:off x="876300" y="5095875"/>
            <a:ext cx="238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1">
                <a:solidFill>
                  <a:srgbClr val="007A58"/>
                </a:solidFill>
                <a:latin typeface="Arial"/>
                <a:ea typeface="Arial"/>
                <a:cs typeface="Arial"/>
              </a:defRPr>
            </a:defPPr>
            <a:lvl1pPr algn="l">
              <a:defRPr sz="2475" b="1">
                <a:solidFill>
                  <a:srgbClr val="007A58"/>
                </a:solidFill>
                <a:latin typeface="Arial"/>
                <a:ea typeface="Arial"/>
                <a:cs typeface="Arial"/>
              </a:defRPr>
            </a:lvl1pPr>
            <a:lvl2pPr algn="l">
              <a:defRPr sz="2475" b="1">
                <a:solidFill>
                  <a:srgbClr val="007A58"/>
                </a:solidFill>
                <a:latin typeface="Arial"/>
                <a:ea typeface="Arial"/>
                <a:cs typeface="Arial"/>
              </a:defRPr>
            </a:lvl2pPr>
            <a:lvl3pPr algn="l">
              <a:defRPr sz="2475" b="1">
                <a:solidFill>
                  <a:srgbClr val="007A58"/>
                </a:solidFill>
                <a:latin typeface="Arial"/>
                <a:ea typeface="Arial"/>
                <a:cs typeface="Arial"/>
              </a:defRPr>
            </a:lvl3pPr>
            <a:lvl4pPr algn="l">
              <a:defRPr sz="2475" b="1">
                <a:solidFill>
                  <a:srgbClr val="007A58"/>
                </a:solidFill>
                <a:latin typeface="Arial"/>
                <a:ea typeface="Arial"/>
                <a:cs typeface="Arial"/>
              </a:defRPr>
            </a:lvl4pPr>
            <a:lvl5pPr algn="l">
              <a:defRPr sz="2475" b="1">
                <a:solidFill>
                  <a:srgbClr val="007A58"/>
                </a:solidFill>
                <a:latin typeface="Arial"/>
                <a:ea typeface="Arial"/>
                <a:cs typeface="Arial"/>
              </a:defRPr>
            </a:lvl5pPr>
            <a:lvl6pPr algn="l">
              <a:defRPr sz="2475" b="1">
                <a:solidFill>
                  <a:srgbClr val="007A58"/>
                </a:solidFill>
                <a:latin typeface="Arial"/>
                <a:ea typeface="Arial"/>
                <a:cs typeface="Arial"/>
              </a:defRPr>
            </a:lvl6pPr>
            <a:lvl7pPr algn="l">
              <a:defRPr sz="2475" b="1">
                <a:solidFill>
                  <a:srgbClr val="007A58"/>
                </a:solidFill>
                <a:latin typeface="Arial"/>
                <a:ea typeface="Arial"/>
                <a:cs typeface="Arial"/>
              </a:defRPr>
            </a:lvl7pPr>
            <a:lvl8pPr algn="l">
              <a:defRPr sz="2475" b="1">
                <a:solidFill>
                  <a:srgbClr val="007A58"/>
                </a:solidFill>
                <a:latin typeface="Arial"/>
                <a:ea typeface="Arial"/>
                <a:cs typeface="Arial"/>
              </a:defRPr>
            </a:lvl8pPr>
            <a:lvl9pPr algn="l">
              <a:defRPr sz="2475" b="1">
                <a:solidFill>
                  <a:srgbClr val="007A58"/>
                </a:solidFill>
                <a:latin typeface="Arial"/>
                <a:ea typeface="Arial"/>
                <a:cs typeface="Arial"/>
              </a:defRPr>
            </a:lvl9pPr>
          </a:lstStyle>
          <a:p xmlns:a="http://schemas.openxmlformats.org/drawingml/2006/main">
            <a:pPr algn="l">
              <a:defRPr sz="2475" b="1">
                <a:solidFill>
                  <a:srgbClr val="007A58"/>
                </a:solidFill>
                <a:latin typeface="Arial"/>
                <a:ea typeface="Arial"/>
                <a:cs typeface="Arial"/>
              </a:defRPr>
            </a:pPr>
            <a:r>
              <a:rPr sz="2475" b="1">
                <a:solidFill>
                  <a:srgbClr val="007A58"/>
                </a:solidFill>
                <a:latin typeface="Arial"/>
                <a:ea typeface="Arial"/>
                <a:cs typeface="Arial"/>
              </a:rPr>
              <a:t>•</a:t>
            </a:r>
          </a:p>
        </p:txBody>
      </p:sp>
      <p:sp>
        <p:nvSpPr>
          <p:cNvPr id="7" name="">
            <a:extLst xmlns:a="http://schemas.openxmlformats.org/drawingml/2006/main">
              <a:ext uri="{FF2B5EF4-FFF2-40B4-BE49-F238E27FC236}">
                <a16:creationId xmlns:a16="http://schemas.microsoft.com/office/drawing/2014/main" id="{0A2A31AE-C0FB-4C0C-B1F2-4048368F9DA2}"/>
              </a:ext>
            </a:extLst>
          </p:cNvPr>
          <p:cNvSpPr>
            <a:spLocks xmlns:a="http://schemas.openxmlformats.org/drawingml/2006/main" noGrp="1"/>
          </p:cNvSpPr>
          <p:nvPr/>
        </p:nvSpPr>
        <p:spPr>
          <a:xfrm xmlns:a="http://schemas.openxmlformats.org/drawingml/2006/main">
            <a:off x="1219200" y="5095875"/>
            <a:ext cx="75152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0">
                <a:solidFill>
                  <a:srgbClr val="000000"/>
                </a:solidFill>
                <a:latin typeface="Arial"/>
                <a:ea typeface="Arial"/>
                <a:cs typeface="Arial"/>
              </a:defRPr>
            </a:defPPr>
            <a:lvl1pPr algn="l">
              <a:defRPr sz="2100" b="0">
                <a:solidFill>
                  <a:srgbClr val="000000"/>
                </a:solidFill>
                <a:latin typeface="Arial"/>
                <a:ea typeface="Arial"/>
                <a:cs typeface="Arial"/>
              </a:defRPr>
            </a:lvl1pPr>
            <a:lvl2pPr algn="l">
              <a:defRPr sz="2100" b="0">
                <a:solidFill>
                  <a:srgbClr val="000000"/>
                </a:solidFill>
                <a:latin typeface="Arial"/>
                <a:ea typeface="Arial"/>
                <a:cs typeface="Arial"/>
              </a:defRPr>
            </a:lvl2pPr>
            <a:lvl3pPr algn="l">
              <a:defRPr sz="2100" b="0">
                <a:solidFill>
                  <a:srgbClr val="000000"/>
                </a:solidFill>
                <a:latin typeface="Arial"/>
                <a:ea typeface="Arial"/>
                <a:cs typeface="Arial"/>
              </a:defRPr>
            </a:lvl3pPr>
            <a:lvl4pPr algn="l">
              <a:defRPr sz="2100" b="0">
                <a:solidFill>
                  <a:srgbClr val="000000"/>
                </a:solidFill>
                <a:latin typeface="Arial"/>
                <a:ea typeface="Arial"/>
                <a:cs typeface="Arial"/>
              </a:defRPr>
            </a:lvl4pPr>
            <a:lvl5pPr algn="l">
              <a:defRPr sz="2100" b="0">
                <a:solidFill>
                  <a:srgbClr val="000000"/>
                </a:solidFill>
                <a:latin typeface="Arial"/>
                <a:ea typeface="Arial"/>
                <a:cs typeface="Arial"/>
              </a:defRPr>
            </a:lvl5pPr>
            <a:lvl6pPr algn="l">
              <a:defRPr sz="2100" b="0">
                <a:solidFill>
                  <a:srgbClr val="000000"/>
                </a:solidFill>
                <a:latin typeface="Arial"/>
                <a:ea typeface="Arial"/>
                <a:cs typeface="Arial"/>
              </a:defRPr>
            </a:lvl6pPr>
            <a:lvl7pPr algn="l">
              <a:defRPr sz="2100" b="0">
                <a:solidFill>
                  <a:srgbClr val="000000"/>
                </a:solidFill>
                <a:latin typeface="Arial"/>
                <a:ea typeface="Arial"/>
                <a:cs typeface="Arial"/>
              </a:defRPr>
            </a:lvl7pPr>
            <a:lvl8pPr algn="l">
              <a:defRPr sz="2100" b="0">
                <a:solidFill>
                  <a:srgbClr val="000000"/>
                </a:solidFill>
                <a:latin typeface="Arial"/>
                <a:ea typeface="Arial"/>
                <a:cs typeface="Arial"/>
              </a:defRPr>
            </a:lvl8pPr>
            <a:lvl9pPr algn="l">
              <a:defRPr sz="2100" b="0">
                <a:solidFill>
                  <a:srgbClr val="000000"/>
                </a:solidFill>
                <a:latin typeface="Arial"/>
                <a:ea typeface="Arial"/>
                <a:cs typeface="Arial"/>
              </a:defRPr>
            </a:lvl9pPr>
          </a:lstStyle>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Kiểm tra tín hiệu qua nhiều khung trước khi lưu cảnh báo.</a:t>
            </a:r>
          </a:p>
        </p:txBody>
      </p:sp>
      <p:sp>
        <p:nvSpPr>
          <p:cNvPr id="8" name="">
            <a:extLst xmlns:a="http://schemas.openxmlformats.org/drawingml/2006/main">
              <a:ext uri="{FF2B5EF4-FFF2-40B4-BE49-F238E27FC236}">
                <a16:creationId xmlns:a16="http://schemas.microsoft.com/office/drawing/2014/main" id="{6F0513CC-8273-4A26-AD95-BF2491900A67}"/>
              </a:ext>
            </a:extLst>
          </p:cNvPr>
          <p:cNvSpPr>
            <a:spLocks xmlns:a="http://schemas.openxmlformats.org/drawingml/2006/main" noGrp="1"/>
          </p:cNvSpPr>
          <p:nvPr/>
        </p:nvSpPr>
        <p:spPr>
          <a:xfrm xmlns:a="http://schemas.openxmlformats.org/drawingml/2006/main">
            <a:off x="876300" y="6429375"/>
            <a:ext cx="238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1">
                <a:solidFill>
                  <a:srgbClr val="007A58"/>
                </a:solidFill>
                <a:latin typeface="Arial"/>
                <a:ea typeface="Arial"/>
                <a:cs typeface="Arial"/>
              </a:defRPr>
            </a:defPPr>
            <a:lvl1pPr algn="l">
              <a:defRPr sz="2475" b="1">
                <a:solidFill>
                  <a:srgbClr val="007A58"/>
                </a:solidFill>
                <a:latin typeface="Arial"/>
                <a:ea typeface="Arial"/>
                <a:cs typeface="Arial"/>
              </a:defRPr>
            </a:lvl1pPr>
            <a:lvl2pPr algn="l">
              <a:defRPr sz="2475" b="1">
                <a:solidFill>
                  <a:srgbClr val="007A58"/>
                </a:solidFill>
                <a:latin typeface="Arial"/>
                <a:ea typeface="Arial"/>
                <a:cs typeface="Arial"/>
              </a:defRPr>
            </a:lvl2pPr>
            <a:lvl3pPr algn="l">
              <a:defRPr sz="2475" b="1">
                <a:solidFill>
                  <a:srgbClr val="007A58"/>
                </a:solidFill>
                <a:latin typeface="Arial"/>
                <a:ea typeface="Arial"/>
                <a:cs typeface="Arial"/>
              </a:defRPr>
            </a:lvl3pPr>
            <a:lvl4pPr algn="l">
              <a:defRPr sz="2475" b="1">
                <a:solidFill>
                  <a:srgbClr val="007A58"/>
                </a:solidFill>
                <a:latin typeface="Arial"/>
                <a:ea typeface="Arial"/>
                <a:cs typeface="Arial"/>
              </a:defRPr>
            </a:lvl4pPr>
            <a:lvl5pPr algn="l">
              <a:defRPr sz="2475" b="1">
                <a:solidFill>
                  <a:srgbClr val="007A58"/>
                </a:solidFill>
                <a:latin typeface="Arial"/>
                <a:ea typeface="Arial"/>
                <a:cs typeface="Arial"/>
              </a:defRPr>
            </a:lvl5pPr>
            <a:lvl6pPr algn="l">
              <a:defRPr sz="2475" b="1">
                <a:solidFill>
                  <a:srgbClr val="007A58"/>
                </a:solidFill>
                <a:latin typeface="Arial"/>
                <a:ea typeface="Arial"/>
                <a:cs typeface="Arial"/>
              </a:defRPr>
            </a:lvl6pPr>
            <a:lvl7pPr algn="l">
              <a:defRPr sz="2475" b="1">
                <a:solidFill>
                  <a:srgbClr val="007A58"/>
                </a:solidFill>
                <a:latin typeface="Arial"/>
                <a:ea typeface="Arial"/>
                <a:cs typeface="Arial"/>
              </a:defRPr>
            </a:lvl7pPr>
            <a:lvl8pPr algn="l">
              <a:defRPr sz="2475" b="1">
                <a:solidFill>
                  <a:srgbClr val="007A58"/>
                </a:solidFill>
                <a:latin typeface="Arial"/>
                <a:ea typeface="Arial"/>
                <a:cs typeface="Arial"/>
              </a:defRPr>
            </a:lvl8pPr>
            <a:lvl9pPr algn="l">
              <a:defRPr sz="2475" b="1">
                <a:solidFill>
                  <a:srgbClr val="007A58"/>
                </a:solidFill>
                <a:latin typeface="Arial"/>
                <a:ea typeface="Arial"/>
                <a:cs typeface="Arial"/>
              </a:defRPr>
            </a:lvl9pPr>
          </a:lstStyle>
          <a:p xmlns:a="http://schemas.openxmlformats.org/drawingml/2006/main">
            <a:pPr algn="l">
              <a:defRPr sz="2475" b="1">
                <a:solidFill>
                  <a:srgbClr val="007A58"/>
                </a:solidFill>
                <a:latin typeface="Arial"/>
                <a:ea typeface="Arial"/>
                <a:cs typeface="Arial"/>
              </a:defRPr>
            </a:pPr>
            <a:r>
              <a:rPr sz="2475" b="1">
                <a:solidFill>
                  <a:srgbClr val="007A58"/>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858F3850-3A38-4837-8F75-30DCA1DEB154}"/>
              </a:ext>
            </a:extLst>
          </p:cNvPr>
          <p:cNvSpPr>
            <a:spLocks xmlns:a="http://schemas.openxmlformats.org/drawingml/2006/main" noGrp="1"/>
          </p:cNvSpPr>
          <p:nvPr/>
        </p:nvSpPr>
        <p:spPr>
          <a:xfrm xmlns:a="http://schemas.openxmlformats.org/drawingml/2006/main">
            <a:off x="1219200" y="6429375"/>
            <a:ext cx="75152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0">
                <a:solidFill>
                  <a:srgbClr val="000000"/>
                </a:solidFill>
                <a:latin typeface="Arial"/>
                <a:ea typeface="Arial"/>
                <a:cs typeface="Arial"/>
              </a:defRPr>
            </a:defPPr>
            <a:lvl1pPr algn="l">
              <a:defRPr sz="2100" b="0">
                <a:solidFill>
                  <a:srgbClr val="000000"/>
                </a:solidFill>
                <a:latin typeface="Arial"/>
                <a:ea typeface="Arial"/>
                <a:cs typeface="Arial"/>
              </a:defRPr>
            </a:lvl1pPr>
            <a:lvl2pPr algn="l">
              <a:defRPr sz="2100" b="0">
                <a:solidFill>
                  <a:srgbClr val="000000"/>
                </a:solidFill>
                <a:latin typeface="Arial"/>
                <a:ea typeface="Arial"/>
                <a:cs typeface="Arial"/>
              </a:defRPr>
            </a:lvl2pPr>
            <a:lvl3pPr algn="l">
              <a:defRPr sz="2100" b="0">
                <a:solidFill>
                  <a:srgbClr val="000000"/>
                </a:solidFill>
                <a:latin typeface="Arial"/>
                <a:ea typeface="Arial"/>
                <a:cs typeface="Arial"/>
              </a:defRPr>
            </a:lvl3pPr>
            <a:lvl4pPr algn="l">
              <a:defRPr sz="2100" b="0">
                <a:solidFill>
                  <a:srgbClr val="000000"/>
                </a:solidFill>
                <a:latin typeface="Arial"/>
                <a:ea typeface="Arial"/>
                <a:cs typeface="Arial"/>
              </a:defRPr>
            </a:lvl4pPr>
            <a:lvl5pPr algn="l">
              <a:defRPr sz="2100" b="0">
                <a:solidFill>
                  <a:srgbClr val="000000"/>
                </a:solidFill>
                <a:latin typeface="Arial"/>
                <a:ea typeface="Arial"/>
                <a:cs typeface="Arial"/>
              </a:defRPr>
            </a:lvl5pPr>
            <a:lvl6pPr algn="l">
              <a:defRPr sz="2100" b="0">
                <a:solidFill>
                  <a:srgbClr val="000000"/>
                </a:solidFill>
                <a:latin typeface="Arial"/>
                <a:ea typeface="Arial"/>
                <a:cs typeface="Arial"/>
              </a:defRPr>
            </a:lvl6pPr>
            <a:lvl7pPr algn="l">
              <a:defRPr sz="2100" b="0">
                <a:solidFill>
                  <a:srgbClr val="000000"/>
                </a:solidFill>
                <a:latin typeface="Arial"/>
                <a:ea typeface="Arial"/>
                <a:cs typeface="Arial"/>
              </a:defRPr>
            </a:lvl7pPr>
            <a:lvl8pPr algn="l">
              <a:defRPr sz="2100" b="0">
                <a:solidFill>
                  <a:srgbClr val="000000"/>
                </a:solidFill>
                <a:latin typeface="Arial"/>
                <a:ea typeface="Arial"/>
                <a:cs typeface="Arial"/>
              </a:defRPr>
            </a:lvl8pPr>
            <a:lvl9pPr algn="l">
              <a:defRPr sz="2100" b="0">
                <a:solidFill>
                  <a:srgbClr val="000000"/>
                </a:solidFill>
                <a:latin typeface="Arial"/>
                <a:ea typeface="Arial"/>
                <a:cs typeface="Arial"/>
              </a:defRPr>
            </a:lvl9pPr>
          </a:lstStyle>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Hiển thị kết quả và lưu ảnh, nhật ký trên máy.</a:t>
            </a:r>
          </a:p>
        </p:txBody>
      </p:sp>
      <p:sp>
        <p:nvSpPr>
          <p:cNvPr id="10" name="">
            <a:extLst xmlns:a="http://schemas.openxmlformats.org/drawingml/2006/main">
              <a:ext uri="{FF2B5EF4-FFF2-40B4-BE49-F238E27FC236}">
                <a16:creationId xmlns:a16="http://schemas.microsoft.com/office/drawing/2014/main" id="{4CD9CC7F-E686-40B9-97C1-BF70BDFE2A5B}"/>
              </a:ext>
            </a:extLst>
          </p:cNvPr>
          <p:cNvSpPr>
            <a:spLocks xmlns:a="http://schemas.openxmlformats.org/drawingml/2006/main" noGrp="1"/>
          </p:cNvSpPr>
          <p:nvPr/>
        </p:nvSpPr>
        <p:spPr>
          <a:xfrm xmlns:a="http://schemas.openxmlformats.org/drawingml/2006/main">
            <a:off x="9734550" y="3209925"/>
            <a:ext cx="7581900" cy="5010150"/>
          </a:xfrm>
          <a:prstGeom xmlns:a="http://schemas.openxmlformats.org/drawingml/2006/main" prst="roundRect">
            <a:avLst>
              <a:gd name="adj" fmla="val 2091"/>
            </a:avLst>
          </a:prstGeom>
          <a:solidFill xmlns:a="http://schemas.openxmlformats.org/drawingml/2006/main">
            <a:srgbClr val="FFFFFF"/>
          </a:solidFill>
          <a:ln xmlns:a="http://schemas.openxmlformats.org/drawingml/2006/main" w="14288">
            <a:solidFill>
              <a:srgbClr val="D9E1E8"/>
            </a:solidFill>
            <a:prstDash val="solid"/>
          </a:ln>
        </p:spPr>
      </p:sp>
      <p:pic>
        <p:nvPicPr>
          <p:cNvPr id="11" name="">
            <a:extLst xmlns:a="http://schemas.openxmlformats.org/drawingml/2006/main">
              <a:ext uri="{FF2B5EF4-FFF2-40B4-BE49-F238E27FC236}">
                <a16:creationId xmlns:a16="http://schemas.microsoft.com/office/drawing/2014/main" id="{DF1DD011-473C-4FB5-9922-76A36A2F45C2}"/>
              </a:ext>
            </a:extLst>
          </p:cNvPr>
          <p:cNvPicPr>
            <a:picLocks xmlns:a="http://schemas.openxmlformats.org/drawingml/2006/main" noChangeAspect="1"/>
          </p:cNvPicPr>
          <p:nvPr/>
        </p:nvPicPr>
        <p:blipFill>
          <a:blip xmlns:r="http://schemas.openxmlformats.org/officeDocument/2006/relationships" xmlns:a="http://schemas.openxmlformats.org/drawingml/2006/main" r:embed="Rd2c741b5e31e460c"/>
          <a:srcRect xmlns:a="http://schemas.openxmlformats.org/drawingml/2006/main" l="7272" t="0" r="7272" b="0"/>
          <a:stretch xmlns:a="http://schemas.openxmlformats.org/drawingml/2006/main">
            <a:fillRect l="0" t="0" r="0" b="0"/>
          </a:stretch>
        </p:blipFill>
        <p:spPr>
          <a:xfrm xmlns:a="http://schemas.openxmlformats.org/drawingml/2006/main">
            <a:off x="9763125" y="3238500"/>
            <a:ext cx="7524750" cy="4953000"/>
          </a:xfrm>
          <a:prstGeom xmlns:a="http://schemas.openxmlformats.org/drawingml/2006/main" prst="roundRect">
            <a:avLst>
              <a:gd name="adj" fmla="val 1923"/>
            </a:avLst>
          </a:prstGeom>
        </p:spPr>
      </p:pic>
      <p:sp>
        <p:nvSpPr>
          <p:cNvPr id="12" name="">
            <a:extLst xmlns:a="http://schemas.openxmlformats.org/drawingml/2006/main">
              <a:ext uri="{FF2B5EF4-FFF2-40B4-BE49-F238E27FC236}">
                <a16:creationId xmlns:a16="http://schemas.microsoft.com/office/drawing/2014/main" id="{68203383-561B-47AE-B5C1-5A80CEE5E919}"/>
              </a:ext>
            </a:extLst>
          </p:cNvPr>
          <p:cNvSpPr>
            <a:spLocks xmlns:a="http://schemas.openxmlformats.org/drawingml/2006/main" noGrp="1"/>
          </p:cNvSpPr>
          <p:nvPr/>
        </p:nvSpPr>
        <p:spPr>
          <a:xfrm xmlns:a="http://schemas.openxmlformats.org/drawingml/2006/main">
            <a:off x="9810750" y="8429625"/>
            <a:ext cx="7429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650" b="0">
                <a:solidFill>
                  <a:srgbClr val="4B5563"/>
                </a:solidFill>
                <a:latin typeface="Arial"/>
                <a:ea typeface="Arial"/>
                <a:cs typeface="Arial"/>
              </a:defRPr>
            </a:defPPr>
            <a:lvl1pPr algn="ctr">
              <a:defRPr sz="1650" b="0">
                <a:solidFill>
                  <a:srgbClr val="4B5563"/>
                </a:solidFill>
                <a:latin typeface="Arial"/>
                <a:ea typeface="Arial"/>
                <a:cs typeface="Arial"/>
              </a:defRPr>
            </a:lvl1pPr>
            <a:lvl2pPr algn="ctr">
              <a:defRPr sz="1650" b="0">
                <a:solidFill>
                  <a:srgbClr val="4B5563"/>
                </a:solidFill>
                <a:latin typeface="Arial"/>
                <a:ea typeface="Arial"/>
                <a:cs typeface="Arial"/>
              </a:defRPr>
            </a:lvl2pPr>
            <a:lvl3pPr algn="ctr">
              <a:defRPr sz="1650" b="0">
                <a:solidFill>
                  <a:srgbClr val="4B5563"/>
                </a:solidFill>
                <a:latin typeface="Arial"/>
                <a:ea typeface="Arial"/>
                <a:cs typeface="Arial"/>
              </a:defRPr>
            </a:lvl3pPr>
            <a:lvl4pPr algn="ctr">
              <a:defRPr sz="1650" b="0">
                <a:solidFill>
                  <a:srgbClr val="4B5563"/>
                </a:solidFill>
                <a:latin typeface="Arial"/>
                <a:ea typeface="Arial"/>
                <a:cs typeface="Arial"/>
              </a:defRPr>
            </a:lvl4pPr>
            <a:lvl5pPr algn="ctr">
              <a:defRPr sz="1650" b="0">
                <a:solidFill>
                  <a:srgbClr val="4B5563"/>
                </a:solidFill>
                <a:latin typeface="Arial"/>
                <a:ea typeface="Arial"/>
                <a:cs typeface="Arial"/>
              </a:defRPr>
            </a:lvl5pPr>
            <a:lvl6pPr algn="ctr">
              <a:defRPr sz="1650" b="0">
                <a:solidFill>
                  <a:srgbClr val="4B5563"/>
                </a:solidFill>
                <a:latin typeface="Arial"/>
                <a:ea typeface="Arial"/>
                <a:cs typeface="Arial"/>
              </a:defRPr>
            </a:lvl6pPr>
            <a:lvl7pPr algn="ctr">
              <a:defRPr sz="1650" b="0">
                <a:solidFill>
                  <a:srgbClr val="4B5563"/>
                </a:solidFill>
                <a:latin typeface="Arial"/>
                <a:ea typeface="Arial"/>
                <a:cs typeface="Arial"/>
              </a:defRPr>
            </a:lvl7pPr>
            <a:lvl8pPr algn="ctr">
              <a:defRPr sz="1650" b="0">
                <a:solidFill>
                  <a:srgbClr val="4B5563"/>
                </a:solidFill>
                <a:latin typeface="Arial"/>
                <a:ea typeface="Arial"/>
                <a:cs typeface="Arial"/>
              </a:defRPr>
            </a:lvl8pPr>
            <a:lvl9pPr algn="ctr">
              <a:defRPr sz="1650" b="0">
                <a:solidFill>
                  <a:srgbClr val="4B5563"/>
                </a:solidFill>
                <a:latin typeface="Arial"/>
                <a:ea typeface="Arial"/>
                <a:cs typeface="Arial"/>
              </a:defRPr>
            </a:lvl9pPr>
          </a:lstStyle>
          <a:p xmlns:a="http://schemas.openxmlformats.org/drawingml/2006/main">
            <a:pPr algn="ctr">
              <a:defRPr sz="1650" b="0">
                <a:solidFill>
                  <a:srgbClr val="4B5563"/>
                </a:solidFill>
                <a:latin typeface="Arial"/>
                <a:ea typeface="Arial"/>
                <a:cs typeface="Arial"/>
              </a:defRPr>
            </a:pPr>
            <a:r>
              <a:rPr sz="1650" b="0">
                <a:solidFill>
                  <a:srgbClr val="4B5563"/>
                </a:solidFill>
                <a:latin typeface="Arial"/>
                <a:ea typeface="Arial"/>
                <a:cs typeface="Arial"/>
              </a:rPr>
              <a:t>Khung hình đầu vào từ video thử nghiệm lửa</a:t>
            </a:r>
          </a:p>
        </p:txBody>
      </p:sp>
    </p:spTree>
    <p:extLst>
      <p:ext uri="{BB962C8B-B14F-4D97-AF65-F5344CB8AC3E}">
        <p14:creationId xmlns:p14="http://schemas.microsoft.com/office/powerpoint/2010/main" val="4001303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16FE8DF-2EC5-4580-9F6E-439BE06BC085}"/>
              </a:ext>
            </a:extLst>
          </p:cNvPr>
          <p:cNvSpPr>
            <a:spLocks xmlns:a="http://schemas.openxmlformats.org/drawingml/2006/main" noGrp="1"/>
          </p:cNvSpPr>
          <p:nvPr/>
        </p:nvSpPr>
        <p:spPr>
          <a:xfrm xmlns:a="http://schemas.openxmlformats.org/drawingml/2006/main">
            <a:off x="876300" y="838200"/>
            <a:ext cx="76200" cy="819150"/>
          </a:xfrm>
          <a:prstGeom xmlns:a="http://schemas.openxmlformats.org/drawingml/2006/main" prst="rect">
            <a:avLst/>
          </a:prstGeom>
          <a:solidFill xmlns:a="http://schemas.openxmlformats.org/drawingml/2006/main">
            <a:srgbClr val="007A5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200D1EE-58F2-4B9E-832E-FFD3C9670565}"/>
              </a:ext>
            </a:extLst>
          </p:cNvPr>
          <p:cNvSpPr>
            <a:spLocks xmlns:a="http://schemas.openxmlformats.org/drawingml/2006/main" noGrp="1"/>
          </p:cNvSpPr>
          <p:nvPr/>
        </p:nvSpPr>
        <p:spPr>
          <a:xfrm xmlns:a="http://schemas.openxmlformats.org/drawingml/2006/main">
            <a:off x="1095375" y="819150"/>
            <a:ext cx="14287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050" b="0">
                <a:solidFill>
                  <a:srgbClr val="000000"/>
                </a:solidFill>
                <a:latin typeface="Arial"/>
                <a:ea typeface="Arial"/>
                <a:cs typeface="Arial"/>
              </a:defRPr>
            </a:defPPr>
            <a:lvl1pPr algn="l">
              <a:defRPr sz="4050" b="0">
                <a:solidFill>
                  <a:srgbClr val="000000"/>
                </a:solidFill>
                <a:latin typeface="Arial"/>
                <a:ea typeface="Arial"/>
                <a:cs typeface="Arial"/>
              </a:defRPr>
            </a:lvl1pPr>
            <a:lvl2pPr algn="l">
              <a:defRPr sz="4050" b="0">
                <a:solidFill>
                  <a:srgbClr val="000000"/>
                </a:solidFill>
                <a:latin typeface="Arial"/>
                <a:ea typeface="Arial"/>
                <a:cs typeface="Arial"/>
              </a:defRPr>
            </a:lvl2pPr>
            <a:lvl3pPr algn="l">
              <a:defRPr sz="4050" b="0">
                <a:solidFill>
                  <a:srgbClr val="000000"/>
                </a:solidFill>
                <a:latin typeface="Arial"/>
                <a:ea typeface="Arial"/>
                <a:cs typeface="Arial"/>
              </a:defRPr>
            </a:lvl3pPr>
            <a:lvl4pPr algn="l">
              <a:defRPr sz="4050" b="0">
                <a:solidFill>
                  <a:srgbClr val="000000"/>
                </a:solidFill>
                <a:latin typeface="Arial"/>
                <a:ea typeface="Arial"/>
                <a:cs typeface="Arial"/>
              </a:defRPr>
            </a:lvl4pPr>
            <a:lvl5pPr algn="l">
              <a:defRPr sz="4050" b="0">
                <a:solidFill>
                  <a:srgbClr val="000000"/>
                </a:solidFill>
                <a:latin typeface="Arial"/>
                <a:ea typeface="Arial"/>
                <a:cs typeface="Arial"/>
              </a:defRPr>
            </a:lvl5pPr>
            <a:lvl6pPr algn="l">
              <a:defRPr sz="4050" b="0">
                <a:solidFill>
                  <a:srgbClr val="000000"/>
                </a:solidFill>
                <a:latin typeface="Arial"/>
                <a:ea typeface="Arial"/>
                <a:cs typeface="Arial"/>
              </a:defRPr>
            </a:lvl6pPr>
            <a:lvl7pPr algn="l">
              <a:defRPr sz="4050" b="0">
                <a:solidFill>
                  <a:srgbClr val="000000"/>
                </a:solidFill>
                <a:latin typeface="Arial"/>
                <a:ea typeface="Arial"/>
                <a:cs typeface="Arial"/>
              </a:defRPr>
            </a:lvl7pPr>
            <a:lvl8pPr algn="l">
              <a:defRPr sz="4050" b="0">
                <a:solidFill>
                  <a:srgbClr val="000000"/>
                </a:solidFill>
                <a:latin typeface="Arial"/>
                <a:ea typeface="Arial"/>
                <a:cs typeface="Arial"/>
              </a:defRPr>
            </a:lvl8pPr>
            <a:lvl9pPr algn="l">
              <a:defRPr sz="4050" b="0">
                <a:solidFill>
                  <a:srgbClr val="000000"/>
                </a:solidFill>
                <a:latin typeface="Arial"/>
                <a:ea typeface="Arial"/>
                <a:cs typeface="Arial"/>
              </a:defRPr>
            </a:lvl9pPr>
          </a:lstStyle>
          <a:p xmlns:a="http://schemas.openxmlformats.org/drawingml/2006/main">
            <a:pPr algn="l">
              <a:defRPr sz="4050" b="0">
                <a:solidFill>
                  <a:srgbClr val="000000"/>
                </a:solidFill>
                <a:latin typeface="Arial"/>
                <a:ea typeface="Arial"/>
                <a:cs typeface="Arial"/>
              </a:defRPr>
            </a:pPr>
            <a:r>
              <a:rPr sz="4050" b="0">
                <a:solidFill>
                  <a:srgbClr val="000000"/>
                </a:solidFill>
                <a:latin typeface="Arial"/>
                <a:ea typeface="Arial"/>
                <a:cs typeface="Arial"/>
              </a:rPr>
              <a:t>Kiến Trúc Hệ Thống Tổng Thể</a:t>
            </a:r>
          </a:p>
        </p:txBody>
      </p:sp>
      <p:sp>
        <p:nvSpPr>
          <p:cNvPr id="3" name="">
            <a:extLst xmlns:a="http://schemas.openxmlformats.org/drawingml/2006/main">
              <a:ext uri="{FF2B5EF4-FFF2-40B4-BE49-F238E27FC236}">
                <a16:creationId xmlns:a16="http://schemas.microsoft.com/office/drawing/2014/main" id="{C850068F-1329-43E0-AEC8-ABDC9DAD0990}"/>
              </a:ext>
            </a:extLst>
          </p:cNvPr>
          <p:cNvSpPr>
            <a:spLocks xmlns:a="http://schemas.openxmlformats.org/drawingml/2006/main" noGrp="1"/>
          </p:cNvSpPr>
          <p:nvPr/>
        </p:nvSpPr>
        <p:spPr>
          <a:xfrm xmlns:a="http://schemas.openxmlformats.org/drawingml/2006/main">
            <a:off x="1028700" y="3762375"/>
            <a:ext cx="5162550" cy="4143375"/>
          </a:xfrm>
          <a:prstGeom xmlns:a="http://schemas.openxmlformats.org/drawingml/2006/main" prst="roundRect">
            <a:avLst>
              <a:gd name="adj" fmla="val 4598"/>
            </a:avLst>
          </a:prstGeom>
          <a:solidFill xmlns:a="http://schemas.openxmlformats.org/drawingml/2006/main">
            <a:srgbClr val="F5F7F9"/>
          </a:solidFill>
          <a:ln xmlns:a="http://schemas.openxmlformats.org/drawingml/2006/main" w="12383">
            <a:solidFill>
              <a:srgbClr val="D9E1E8"/>
            </a:solidFill>
            <a:prstDash val="solid"/>
          </a:ln>
        </p:spPr>
      </p:sp>
      <p:sp>
        <p:nvSpPr>
          <p:cNvPr id="4" name="">
            <a:extLst xmlns:a="http://schemas.openxmlformats.org/drawingml/2006/main">
              <a:ext uri="{FF2B5EF4-FFF2-40B4-BE49-F238E27FC236}">
                <a16:creationId xmlns:a16="http://schemas.microsoft.com/office/drawing/2014/main" id="{8EEF884B-D3D0-4B5E-9037-7031B554D98F}"/>
              </a:ext>
            </a:extLst>
          </p:cNvPr>
          <p:cNvSpPr>
            <a:spLocks xmlns:a="http://schemas.openxmlformats.org/drawingml/2006/main" noGrp="1"/>
          </p:cNvSpPr>
          <p:nvPr/>
        </p:nvSpPr>
        <p:spPr>
          <a:xfrm xmlns:a="http://schemas.openxmlformats.org/drawingml/2006/main">
            <a:off x="1447800" y="4286250"/>
            <a:ext cx="4324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325" b="1">
                <a:solidFill>
                  <a:srgbClr val="007A58"/>
                </a:solidFill>
                <a:latin typeface="Arial"/>
                <a:ea typeface="Arial"/>
                <a:cs typeface="Arial"/>
              </a:defRPr>
            </a:defPPr>
            <a:lvl1pPr algn="l">
              <a:defRPr sz="2325" b="1">
                <a:solidFill>
                  <a:srgbClr val="007A58"/>
                </a:solidFill>
                <a:latin typeface="Arial"/>
                <a:ea typeface="Arial"/>
                <a:cs typeface="Arial"/>
              </a:defRPr>
            </a:lvl1pPr>
            <a:lvl2pPr algn="l">
              <a:defRPr sz="2325" b="1">
                <a:solidFill>
                  <a:srgbClr val="007A58"/>
                </a:solidFill>
                <a:latin typeface="Arial"/>
                <a:ea typeface="Arial"/>
                <a:cs typeface="Arial"/>
              </a:defRPr>
            </a:lvl2pPr>
            <a:lvl3pPr algn="l">
              <a:defRPr sz="2325" b="1">
                <a:solidFill>
                  <a:srgbClr val="007A58"/>
                </a:solidFill>
                <a:latin typeface="Arial"/>
                <a:ea typeface="Arial"/>
                <a:cs typeface="Arial"/>
              </a:defRPr>
            </a:lvl3pPr>
            <a:lvl4pPr algn="l">
              <a:defRPr sz="2325" b="1">
                <a:solidFill>
                  <a:srgbClr val="007A58"/>
                </a:solidFill>
                <a:latin typeface="Arial"/>
                <a:ea typeface="Arial"/>
                <a:cs typeface="Arial"/>
              </a:defRPr>
            </a:lvl4pPr>
            <a:lvl5pPr algn="l">
              <a:defRPr sz="2325" b="1">
                <a:solidFill>
                  <a:srgbClr val="007A58"/>
                </a:solidFill>
                <a:latin typeface="Arial"/>
                <a:ea typeface="Arial"/>
                <a:cs typeface="Arial"/>
              </a:defRPr>
            </a:lvl5pPr>
            <a:lvl6pPr algn="l">
              <a:defRPr sz="2325" b="1">
                <a:solidFill>
                  <a:srgbClr val="007A58"/>
                </a:solidFill>
                <a:latin typeface="Arial"/>
                <a:ea typeface="Arial"/>
                <a:cs typeface="Arial"/>
              </a:defRPr>
            </a:lvl6pPr>
            <a:lvl7pPr algn="l">
              <a:defRPr sz="2325" b="1">
                <a:solidFill>
                  <a:srgbClr val="007A58"/>
                </a:solidFill>
                <a:latin typeface="Arial"/>
                <a:ea typeface="Arial"/>
                <a:cs typeface="Arial"/>
              </a:defRPr>
            </a:lvl7pPr>
            <a:lvl8pPr algn="l">
              <a:defRPr sz="2325" b="1">
                <a:solidFill>
                  <a:srgbClr val="007A58"/>
                </a:solidFill>
                <a:latin typeface="Arial"/>
                <a:ea typeface="Arial"/>
                <a:cs typeface="Arial"/>
              </a:defRPr>
            </a:lvl8pPr>
            <a:lvl9pPr algn="l">
              <a:defRPr sz="2325" b="1">
                <a:solidFill>
                  <a:srgbClr val="007A58"/>
                </a:solidFill>
                <a:latin typeface="Arial"/>
                <a:ea typeface="Arial"/>
                <a:cs typeface="Arial"/>
              </a:defRPr>
            </a:lvl9pPr>
          </a:lstStyle>
          <a:p xmlns:a="http://schemas.openxmlformats.org/drawingml/2006/main">
            <a:pPr algn="l">
              <a:defRPr sz="2325" b="1">
                <a:solidFill>
                  <a:srgbClr val="007A58"/>
                </a:solidFill>
                <a:latin typeface="Arial"/>
                <a:ea typeface="Arial"/>
                <a:cs typeface="Arial"/>
              </a:defRPr>
            </a:pPr>
            <a:r>
              <a:rPr sz="2325" b="1">
                <a:solidFill>
                  <a:srgbClr val="007A58"/>
                </a:solidFill>
                <a:latin typeface="Arial"/>
                <a:ea typeface="Arial"/>
                <a:cs typeface="Arial"/>
              </a:rPr>
              <a:t>1. Dữ Liệu Đầu Vào</a:t>
            </a:r>
          </a:p>
        </p:txBody>
      </p:sp>
      <p:sp>
        <p:nvSpPr>
          <p:cNvPr id="5" name="">
            <a:extLst xmlns:a="http://schemas.openxmlformats.org/drawingml/2006/main">
              <a:ext uri="{FF2B5EF4-FFF2-40B4-BE49-F238E27FC236}">
                <a16:creationId xmlns:a16="http://schemas.microsoft.com/office/drawing/2014/main" id="{B57FE520-B291-4983-9A6D-9D9B2E5BF94D}"/>
              </a:ext>
            </a:extLst>
          </p:cNvPr>
          <p:cNvSpPr>
            <a:spLocks xmlns:a="http://schemas.openxmlformats.org/drawingml/2006/main" noGrp="1"/>
          </p:cNvSpPr>
          <p:nvPr/>
        </p:nvSpPr>
        <p:spPr>
          <a:xfrm xmlns:a="http://schemas.openxmlformats.org/drawingml/2006/main">
            <a:off x="1447800" y="5143500"/>
            <a:ext cx="432435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0">
                <a:solidFill>
                  <a:srgbClr val="000000"/>
                </a:solidFill>
                <a:latin typeface="Arial"/>
                <a:ea typeface="Arial"/>
                <a:cs typeface="Arial"/>
              </a:defRPr>
            </a:defPPr>
            <a:lvl1pPr algn="l">
              <a:defRPr sz="2025" b="0">
                <a:solidFill>
                  <a:srgbClr val="000000"/>
                </a:solidFill>
                <a:latin typeface="Arial"/>
                <a:ea typeface="Arial"/>
                <a:cs typeface="Arial"/>
              </a:defRPr>
            </a:lvl1pPr>
            <a:lvl2pPr algn="l">
              <a:defRPr sz="2025" b="0">
                <a:solidFill>
                  <a:srgbClr val="000000"/>
                </a:solidFill>
                <a:latin typeface="Arial"/>
                <a:ea typeface="Arial"/>
                <a:cs typeface="Arial"/>
              </a:defRPr>
            </a:lvl2pPr>
            <a:lvl3pPr algn="l">
              <a:defRPr sz="2025" b="0">
                <a:solidFill>
                  <a:srgbClr val="000000"/>
                </a:solidFill>
                <a:latin typeface="Arial"/>
                <a:ea typeface="Arial"/>
                <a:cs typeface="Arial"/>
              </a:defRPr>
            </a:lvl3pPr>
            <a:lvl4pPr algn="l">
              <a:defRPr sz="2025" b="0">
                <a:solidFill>
                  <a:srgbClr val="000000"/>
                </a:solidFill>
                <a:latin typeface="Arial"/>
                <a:ea typeface="Arial"/>
                <a:cs typeface="Arial"/>
              </a:defRPr>
            </a:lvl4pPr>
            <a:lvl5pPr algn="l">
              <a:defRPr sz="2025" b="0">
                <a:solidFill>
                  <a:srgbClr val="000000"/>
                </a:solidFill>
                <a:latin typeface="Arial"/>
                <a:ea typeface="Arial"/>
                <a:cs typeface="Arial"/>
              </a:defRPr>
            </a:lvl5pPr>
            <a:lvl6pPr algn="l">
              <a:defRPr sz="2025" b="0">
                <a:solidFill>
                  <a:srgbClr val="000000"/>
                </a:solidFill>
                <a:latin typeface="Arial"/>
                <a:ea typeface="Arial"/>
                <a:cs typeface="Arial"/>
              </a:defRPr>
            </a:lvl6pPr>
            <a:lvl7pPr algn="l">
              <a:defRPr sz="2025" b="0">
                <a:solidFill>
                  <a:srgbClr val="000000"/>
                </a:solidFill>
                <a:latin typeface="Arial"/>
                <a:ea typeface="Arial"/>
                <a:cs typeface="Arial"/>
              </a:defRPr>
            </a:lvl7pPr>
            <a:lvl8pPr algn="l">
              <a:defRPr sz="2025" b="0">
                <a:solidFill>
                  <a:srgbClr val="000000"/>
                </a:solidFill>
                <a:latin typeface="Arial"/>
                <a:ea typeface="Arial"/>
                <a:cs typeface="Arial"/>
              </a:defRPr>
            </a:lvl8pPr>
            <a:lvl9pPr algn="l">
              <a:defRPr sz="2025" b="0">
                <a:solidFill>
                  <a:srgbClr val="000000"/>
                </a:solidFill>
                <a:latin typeface="Arial"/>
                <a:ea typeface="Arial"/>
                <a:cs typeface="Arial"/>
              </a:defRPr>
            </a:lvl9pPr>
          </a:lstStyle>
          <a:p xmlns:a="http://schemas.openxmlformats.org/drawingml/2006/main">
            <a:pPr algn="l">
              <a:defRPr sz="2025" b="0">
                <a:solidFill>
                  <a:srgbClr val="000000"/>
                </a:solidFill>
                <a:latin typeface="Arial"/>
                <a:ea typeface="Arial"/>
                <a:cs typeface="Arial"/>
              </a:defRPr>
            </a:pPr>
            <a:r>
              <a:rPr sz="2025" b="0">
                <a:solidFill>
                  <a:srgbClr val="000000"/>
                </a:solidFill>
                <a:latin typeface="Arial"/>
                <a:ea typeface="Arial"/>
                <a:cs typeface="Arial"/>
              </a:rPr>
              <a:t>Đọc ảnh hoặc video. Chương trình đưa từng khung hình vào mô hình.</a:t>
            </a:r>
          </a:p>
        </p:txBody>
      </p:sp>
      <p:sp>
        <p:nvSpPr>
          <p:cNvPr id="6" name="">
            <a:extLst xmlns:a="http://schemas.openxmlformats.org/drawingml/2006/main">
              <a:ext uri="{FF2B5EF4-FFF2-40B4-BE49-F238E27FC236}">
                <a16:creationId xmlns:a16="http://schemas.microsoft.com/office/drawing/2014/main" id="{9855CC2E-46A7-4C11-9EE7-9EC6B983DAC9}"/>
              </a:ext>
            </a:extLst>
          </p:cNvPr>
          <p:cNvSpPr>
            <a:spLocks xmlns:a="http://schemas.openxmlformats.org/drawingml/2006/main" noGrp="1"/>
          </p:cNvSpPr>
          <p:nvPr/>
        </p:nvSpPr>
        <p:spPr>
          <a:xfrm xmlns:a="http://schemas.openxmlformats.org/drawingml/2006/main">
            <a:off x="6629400" y="3762375"/>
            <a:ext cx="5162550" cy="4143375"/>
          </a:xfrm>
          <a:prstGeom xmlns:a="http://schemas.openxmlformats.org/drawingml/2006/main" prst="roundRect">
            <a:avLst>
              <a:gd name="adj" fmla="val 4598"/>
            </a:avLst>
          </a:prstGeom>
          <a:solidFill xmlns:a="http://schemas.openxmlformats.org/drawingml/2006/main">
            <a:srgbClr val="F5F7F9"/>
          </a:solidFill>
          <a:ln xmlns:a="http://schemas.openxmlformats.org/drawingml/2006/main" w="12383">
            <a:solidFill>
              <a:srgbClr val="D9E1E8"/>
            </a:solidFill>
            <a:prstDash val="solid"/>
          </a:ln>
        </p:spPr>
      </p:sp>
      <p:sp>
        <p:nvSpPr>
          <p:cNvPr id="7" name="">
            <a:extLst xmlns:a="http://schemas.openxmlformats.org/drawingml/2006/main">
              <a:ext uri="{FF2B5EF4-FFF2-40B4-BE49-F238E27FC236}">
                <a16:creationId xmlns:a16="http://schemas.microsoft.com/office/drawing/2014/main" id="{A76D63A2-E723-48E9-B998-40D4F82DB756}"/>
              </a:ext>
            </a:extLst>
          </p:cNvPr>
          <p:cNvSpPr>
            <a:spLocks xmlns:a="http://schemas.openxmlformats.org/drawingml/2006/main" noGrp="1"/>
          </p:cNvSpPr>
          <p:nvPr/>
        </p:nvSpPr>
        <p:spPr>
          <a:xfrm xmlns:a="http://schemas.openxmlformats.org/drawingml/2006/main">
            <a:off x="7048500" y="4286250"/>
            <a:ext cx="4324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325" b="1">
                <a:solidFill>
                  <a:srgbClr val="007A58"/>
                </a:solidFill>
                <a:latin typeface="Arial"/>
                <a:ea typeface="Arial"/>
                <a:cs typeface="Arial"/>
              </a:defRPr>
            </a:defPPr>
            <a:lvl1pPr algn="l">
              <a:defRPr sz="2325" b="1">
                <a:solidFill>
                  <a:srgbClr val="007A58"/>
                </a:solidFill>
                <a:latin typeface="Arial"/>
                <a:ea typeface="Arial"/>
                <a:cs typeface="Arial"/>
              </a:defRPr>
            </a:lvl1pPr>
            <a:lvl2pPr algn="l">
              <a:defRPr sz="2325" b="1">
                <a:solidFill>
                  <a:srgbClr val="007A58"/>
                </a:solidFill>
                <a:latin typeface="Arial"/>
                <a:ea typeface="Arial"/>
                <a:cs typeface="Arial"/>
              </a:defRPr>
            </a:lvl2pPr>
            <a:lvl3pPr algn="l">
              <a:defRPr sz="2325" b="1">
                <a:solidFill>
                  <a:srgbClr val="007A58"/>
                </a:solidFill>
                <a:latin typeface="Arial"/>
                <a:ea typeface="Arial"/>
                <a:cs typeface="Arial"/>
              </a:defRPr>
            </a:lvl3pPr>
            <a:lvl4pPr algn="l">
              <a:defRPr sz="2325" b="1">
                <a:solidFill>
                  <a:srgbClr val="007A58"/>
                </a:solidFill>
                <a:latin typeface="Arial"/>
                <a:ea typeface="Arial"/>
                <a:cs typeface="Arial"/>
              </a:defRPr>
            </a:lvl4pPr>
            <a:lvl5pPr algn="l">
              <a:defRPr sz="2325" b="1">
                <a:solidFill>
                  <a:srgbClr val="007A58"/>
                </a:solidFill>
                <a:latin typeface="Arial"/>
                <a:ea typeface="Arial"/>
                <a:cs typeface="Arial"/>
              </a:defRPr>
            </a:lvl5pPr>
            <a:lvl6pPr algn="l">
              <a:defRPr sz="2325" b="1">
                <a:solidFill>
                  <a:srgbClr val="007A58"/>
                </a:solidFill>
                <a:latin typeface="Arial"/>
                <a:ea typeface="Arial"/>
                <a:cs typeface="Arial"/>
              </a:defRPr>
            </a:lvl6pPr>
            <a:lvl7pPr algn="l">
              <a:defRPr sz="2325" b="1">
                <a:solidFill>
                  <a:srgbClr val="007A58"/>
                </a:solidFill>
                <a:latin typeface="Arial"/>
                <a:ea typeface="Arial"/>
                <a:cs typeface="Arial"/>
              </a:defRPr>
            </a:lvl7pPr>
            <a:lvl8pPr algn="l">
              <a:defRPr sz="2325" b="1">
                <a:solidFill>
                  <a:srgbClr val="007A58"/>
                </a:solidFill>
                <a:latin typeface="Arial"/>
                <a:ea typeface="Arial"/>
                <a:cs typeface="Arial"/>
              </a:defRPr>
            </a:lvl8pPr>
            <a:lvl9pPr algn="l">
              <a:defRPr sz="2325" b="1">
                <a:solidFill>
                  <a:srgbClr val="007A58"/>
                </a:solidFill>
                <a:latin typeface="Arial"/>
                <a:ea typeface="Arial"/>
                <a:cs typeface="Arial"/>
              </a:defRPr>
            </a:lvl9pPr>
          </a:lstStyle>
          <a:p xmlns:a="http://schemas.openxmlformats.org/drawingml/2006/main">
            <a:pPr algn="l">
              <a:defRPr sz="2325" b="1">
                <a:solidFill>
                  <a:srgbClr val="007A58"/>
                </a:solidFill>
                <a:latin typeface="Arial"/>
                <a:ea typeface="Arial"/>
                <a:cs typeface="Arial"/>
              </a:defRPr>
            </a:pPr>
            <a:r>
              <a:rPr sz="2325" b="1">
                <a:solidFill>
                  <a:srgbClr val="007A58"/>
                </a:solidFill>
                <a:latin typeface="Arial"/>
                <a:ea typeface="Arial"/>
                <a:cs typeface="Arial"/>
              </a:rPr>
              <a:t>2. Phát Hiện Bằng YOLO</a:t>
            </a:r>
          </a:p>
        </p:txBody>
      </p:sp>
      <p:sp>
        <p:nvSpPr>
          <p:cNvPr id="8" name="">
            <a:extLst xmlns:a="http://schemas.openxmlformats.org/drawingml/2006/main">
              <a:ext uri="{FF2B5EF4-FFF2-40B4-BE49-F238E27FC236}">
                <a16:creationId xmlns:a16="http://schemas.microsoft.com/office/drawing/2014/main" id="{6DEC9F72-3BB7-42F0-A534-6A87D7B9AA93}"/>
              </a:ext>
            </a:extLst>
          </p:cNvPr>
          <p:cNvSpPr>
            <a:spLocks xmlns:a="http://schemas.openxmlformats.org/drawingml/2006/main" noGrp="1"/>
          </p:cNvSpPr>
          <p:nvPr/>
        </p:nvSpPr>
        <p:spPr>
          <a:xfrm xmlns:a="http://schemas.openxmlformats.org/drawingml/2006/main">
            <a:off x="7048500" y="5143500"/>
            <a:ext cx="432435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0">
                <a:solidFill>
                  <a:srgbClr val="000000"/>
                </a:solidFill>
                <a:latin typeface="Arial"/>
                <a:ea typeface="Arial"/>
                <a:cs typeface="Arial"/>
              </a:defRPr>
            </a:defPPr>
            <a:lvl1pPr algn="l">
              <a:defRPr sz="2025" b="0">
                <a:solidFill>
                  <a:srgbClr val="000000"/>
                </a:solidFill>
                <a:latin typeface="Arial"/>
                <a:ea typeface="Arial"/>
                <a:cs typeface="Arial"/>
              </a:defRPr>
            </a:lvl1pPr>
            <a:lvl2pPr algn="l">
              <a:defRPr sz="2025" b="0">
                <a:solidFill>
                  <a:srgbClr val="000000"/>
                </a:solidFill>
                <a:latin typeface="Arial"/>
                <a:ea typeface="Arial"/>
                <a:cs typeface="Arial"/>
              </a:defRPr>
            </a:lvl2pPr>
            <a:lvl3pPr algn="l">
              <a:defRPr sz="2025" b="0">
                <a:solidFill>
                  <a:srgbClr val="000000"/>
                </a:solidFill>
                <a:latin typeface="Arial"/>
                <a:ea typeface="Arial"/>
                <a:cs typeface="Arial"/>
              </a:defRPr>
            </a:lvl3pPr>
            <a:lvl4pPr algn="l">
              <a:defRPr sz="2025" b="0">
                <a:solidFill>
                  <a:srgbClr val="000000"/>
                </a:solidFill>
                <a:latin typeface="Arial"/>
                <a:ea typeface="Arial"/>
                <a:cs typeface="Arial"/>
              </a:defRPr>
            </a:lvl4pPr>
            <a:lvl5pPr algn="l">
              <a:defRPr sz="2025" b="0">
                <a:solidFill>
                  <a:srgbClr val="000000"/>
                </a:solidFill>
                <a:latin typeface="Arial"/>
                <a:ea typeface="Arial"/>
                <a:cs typeface="Arial"/>
              </a:defRPr>
            </a:lvl5pPr>
            <a:lvl6pPr algn="l">
              <a:defRPr sz="2025" b="0">
                <a:solidFill>
                  <a:srgbClr val="000000"/>
                </a:solidFill>
                <a:latin typeface="Arial"/>
                <a:ea typeface="Arial"/>
                <a:cs typeface="Arial"/>
              </a:defRPr>
            </a:lvl6pPr>
            <a:lvl7pPr algn="l">
              <a:defRPr sz="2025" b="0">
                <a:solidFill>
                  <a:srgbClr val="000000"/>
                </a:solidFill>
                <a:latin typeface="Arial"/>
                <a:ea typeface="Arial"/>
                <a:cs typeface="Arial"/>
              </a:defRPr>
            </a:lvl7pPr>
            <a:lvl8pPr algn="l">
              <a:defRPr sz="2025" b="0">
                <a:solidFill>
                  <a:srgbClr val="000000"/>
                </a:solidFill>
                <a:latin typeface="Arial"/>
                <a:ea typeface="Arial"/>
                <a:cs typeface="Arial"/>
              </a:defRPr>
            </a:lvl8pPr>
            <a:lvl9pPr algn="l">
              <a:defRPr sz="2025" b="0">
                <a:solidFill>
                  <a:srgbClr val="000000"/>
                </a:solidFill>
                <a:latin typeface="Arial"/>
                <a:ea typeface="Arial"/>
                <a:cs typeface="Arial"/>
              </a:defRPr>
            </a:lvl9pPr>
          </a:lstStyle>
          <a:p xmlns:a="http://schemas.openxmlformats.org/drawingml/2006/main">
            <a:pPr algn="l">
              <a:defRPr sz="2025" b="0">
                <a:solidFill>
                  <a:srgbClr val="000000"/>
                </a:solidFill>
                <a:latin typeface="Arial"/>
                <a:ea typeface="Arial"/>
                <a:cs typeface="Arial"/>
              </a:defRPr>
            </a:pPr>
            <a:r>
              <a:rPr sz="2025" b="0">
                <a:solidFill>
                  <a:srgbClr val="000000"/>
                </a:solidFill>
                <a:latin typeface="Arial"/>
                <a:ea typeface="Arial"/>
                <a:cs typeface="Arial"/>
              </a:rPr>
              <a:t>YOLOv8n trả về hộp giới hạn, lớp fire/smoke và điểm tin cậy.</a:t>
            </a:r>
          </a:p>
        </p:txBody>
      </p:sp>
      <p:sp>
        <p:nvSpPr>
          <p:cNvPr id="9" name="">
            <a:extLst xmlns:a="http://schemas.openxmlformats.org/drawingml/2006/main">
              <a:ext uri="{FF2B5EF4-FFF2-40B4-BE49-F238E27FC236}">
                <a16:creationId xmlns:a16="http://schemas.microsoft.com/office/drawing/2014/main" id="{CDE3FAA2-CED2-4144-BF3F-5D960EA848EF}"/>
              </a:ext>
            </a:extLst>
          </p:cNvPr>
          <p:cNvSpPr>
            <a:spLocks xmlns:a="http://schemas.openxmlformats.org/drawingml/2006/main" noGrp="1"/>
          </p:cNvSpPr>
          <p:nvPr/>
        </p:nvSpPr>
        <p:spPr>
          <a:xfrm xmlns:a="http://schemas.openxmlformats.org/drawingml/2006/main">
            <a:off x="12230100" y="3762375"/>
            <a:ext cx="5162550" cy="4143375"/>
          </a:xfrm>
          <a:prstGeom xmlns:a="http://schemas.openxmlformats.org/drawingml/2006/main" prst="roundRect">
            <a:avLst>
              <a:gd name="adj" fmla="val 4598"/>
            </a:avLst>
          </a:prstGeom>
          <a:solidFill xmlns:a="http://schemas.openxmlformats.org/drawingml/2006/main">
            <a:srgbClr val="F5F7F9"/>
          </a:solidFill>
          <a:ln xmlns:a="http://schemas.openxmlformats.org/drawingml/2006/main" w="12383">
            <a:solidFill>
              <a:srgbClr val="D9E1E8"/>
            </a:solidFill>
            <a:prstDash val="solid"/>
          </a:ln>
        </p:spPr>
      </p:sp>
      <p:sp>
        <p:nvSpPr>
          <p:cNvPr id="10" name="">
            <a:extLst xmlns:a="http://schemas.openxmlformats.org/drawingml/2006/main">
              <a:ext uri="{FF2B5EF4-FFF2-40B4-BE49-F238E27FC236}">
                <a16:creationId xmlns:a16="http://schemas.microsoft.com/office/drawing/2014/main" id="{17131211-5B0A-4FA3-AEDE-C3A646C8D895}"/>
              </a:ext>
            </a:extLst>
          </p:cNvPr>
          <p:cNvSpPr>
            <a:spLocks xmlns:a="http://schemas.openxmlformats.org/drawingml/2006/main" noGrp="1"/>
          </p:cNvSpPr>
          <p:nvPr/>
        </p:nvSpPr>
        <p:spPr>
          <a:xfrm xmlns:a="http://schemas.openxmlformats.org/drawingml/2006/main">
            <a:off x="12649200" y="4286250"/>
            <a:ext cx="4324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325" b="1">
                <a:solidFill>
                  <a:srgbClr val="007A58"/>
                </a:solidFill>
                <a:latin typeface="Arial"/>
                <a:ea typeface="Arial"/>
                <a:cs typeface="Arial"/>
              </a:defRPr>
            </a:defPPr>
            <a:lvl1pPr algn="l">
              <a:defRPr sz="2325" b="1">
                <a:solidFill>
                  <a:srgbClr val="007A58"/>
                </a:solidFill>
                <a:latin typeface="Arial"/>
                <a:ea typeface="Arial"/>
                <a:cs typeface="Arial"/>
              </a:defRPr>
            </a:lvl1pPr>
            <a:lvl2pPr algn="l">
              <a:defRPr sz="2325" b="1">
                <a:solidFill>
                  <a:srgbClr val="007A58"/>
                </a:solidFill>
                <a:latin typeface="Arial"/>
                <a:ea typeface="Arial"/>
                <a:cs typeface="Arial"/>
              </a:defRPr>
            </a:lvl2pPr>
            <a:lvl3pPr algn="l">
              <a:defRPr sz="2325" b="1">
                <a:solidFill>
                  <a:srgbClr val="007A58"/>
                </a:solidFill>
                <a:latin typeface="Arial"/>
                <a:ea typeface="Arial"/>
                <a:cs typeface="Arial"/>
              </a:defRPr>
            </a:lvl3pPr>
            <a:lvl4pPr algn="l">
              <a:defRPr sz="2325" b="1">
                <a:solidFill>
                  <a:srgbClr val="007A58"/>
                </a:solidFill>
                <a:latin typeface="Arial"/>
                <a:ea typeface="Arial"/>
                <a:cs typeface="Arial"/>
              </a:defRPr>
            </a:lvl4pPr>
            <a:lvl5pPr algn="l">
              <a:defRPr sz="2325" b="1">
                <a:solidFill>
                  <a:srgbClr val="007A58"/>
                </a:solidFill>
                <a:latin typeface="Arial"/>
                <a:ea typeface="Arial"/>
                <a:cs typeface="Arial"/>
              </a:defRPr>
            </a:lvl5pPr>
            <a:lvl6pPr algn="l">
              <a:defRPr sz="2325" b="1">
                <a:solidFill>
                  <a:srgbClr val="007A58"/>
                </a:solidFill>
                <a:latin typeface="Arial"/>
                <a:ea typeface="Arial"/>
                <a:cs typeface="Arial"/>
              </a:defRPr>
            </a:lvl6pPr>
            <a:lvl7pPr algn="l">
              <a:defRPr sz="2325" b="1">
                <a:solidFill>
                  <a:srgbClr val="007A58"/>
                </a:solidFill>
                <a:latin typeface="Arial"/>
                <a:ea typeface="Arial"/>
                <a:cs typeface="Arial"/>
              </a:defRPr>
            </a:lvl7pPr>
            <a:lvl8pPr algn="l">
              <a:defRPr sz="2325" b="1">
                <a:solidFill>
                  <a:srgbClr val="007A58"/>
                </a:solidFill>
                <a:latin typeface="Arial"/>
                <a:ea typeface="Arial"/>
                <a:cs typeface="Arial"/>
              </a:defRPr>
            </a:lvl8pPr>
            <a:lvl9pPr algn="l">
              <a:defRPr sz="2325" b="1">
                <a:solidFill>
                  <a:srgbClr val="007A58"/>
                </a:solidFill>
                <a:latin typeface="Arial"/>
                <a:ea typeface="Arial"/>
                <a:cs typeface="Arial"/>
              </a:defRPr>
            </a:lvl9pPr>
          </a:lstStyle>
          <a:p xmlns:a="http://schemas.openxmlformats.org/drawingml/2006/main">
            <a:pPr algn="l">
              <a:defRPr sz="2325" b="1">
                <a:solidFill>
                  <a:srgbClr val="007A58"/>
                </a:solidFill>
                <a:latin typeface="Arial"/>
                <a:ea typeface="Arial"/>
                <a:cs typeface="Arial"/>
              </a:defRPr>
            </a:pPr>
            <a:r>
              <a:rPr sz="2325" b="1">
                <a:solidFill>
                  <a:srgbClr val="007A58"/>
                </a:solidFill>
                <a:latin typeface="Arial"/>
                <a:ea typeface="Arial"/>
                <a:cs typeface="Arial"/>
              </a:rPr>
              <a:t>3. Xác Nhận &amp; Lưu</a:t>
            </a:r>
          </a:p>
        </p:txBody>
      </p:sp>
      <p:sp>
        <p:nvSpPr>
          <p:cNvPr id="11" name="">
            <a:extLst xmlns:a="http://schemas.openxmlformats.org/drawingml/2006/main">
              <a:ext uri="{FF2B5EF4-FFF2-40B4-BE49-F238E27FC236}">
                <a16:creationId xmlns:a16="http://schemas.microsoft.com/office/drawing/2014/main" id="{E9E91B8A-7F02-40B0-9260-5C8063BE4F55}"/>
              </a:ext>
            </a:extLst>
          </p:cNvPr>
          <p:cNvSpPr>
            <a:spLocks xmlns:a="http://schemas.openxmlformats.org/drawingml/2006/main" noGrp="1"/>
          </p:cNvSpPr>
          <p:nvPr/>
        </p:nvSpPr>
        <p:spPr>
          <a:xfrm xmlns:a="http://schemas.openxmlformats.org/drawingml/2006/main">
            <a:off x="12649200" y="5143500"/>
            <a:ext cx="432435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0">
                <a:solidFill>
                  <a:srgbClr val="000000"/>
                </a:solidFill>
                <a:latin typeface="Arial"/>
                <a:ea typeface="Arial"/>
                <a:cs typeface="Arial"/>
              </a:defRPr>
            </a:defPPr>
            <a:lvl1pPr algn="l">
              <a:defRPr sz="2025" b="0">
                <a:solidFill>
                  <a:srgbClr val="000000"/>
                </a:solidFill>
                <a:latin typeface="Arial"/>
                <a:ea typeface="Arial"/>
                <a:cs typeface="Arial"/>
              </a:defRPr>
            </a:lvl1pPr>
            <a:lvl2pPr algn="l">
              <a:defRPr sz="2025" b="0">
                <a:solidFill>
                  <a:srgbClr val="000000"/>
                </a:solidFill>
                <a:latin typeface="Arial"/>
                <a:ea typeface="Arial"/>
                <a:cs typeface="Arial"/>
              </a:defRPr>
            </a:lvl2pPr>
            <a:lvl3pPr algn="l">
              <a:defRPr sz="2025" b="0">
                <a:solidFill>
                  <a:srgbClr val="000000"/>
                </a:solidFill>
                <a:latin typeface="Arial"/>
                <a:ea typeface="Arial"/>
                <a:cs typeface="Arial"/>
              </a:defRPr>
            </a:lvl3pPr>
            <a:lvl4pPr algn="l">
              <a:defRPr sz="2025" b="0">
                <a:solidFill>
                  <a:srgbClr val="000000"/>
                </a:solidFill>
                <a:latin typeface="Arial"/>
                <a:ea typeface="Arial"/>
                <a:cs typeface="Arial"/>
              </a:defRPr>
            </a:lvl4pPr>
            <a:lvl5pPr algn="l">
              <a:defRPr sz="2025" b="0">
                <a:solidFill>
                  <a:srgbClr val="000000"/>
                </a:solidFill>
                <a:latin typeface="Arial"/>
                <a:ea typeface="Arial"/>
                <a:cs typeface="Arial"/>
              </a:defRPr>
            </a:lvl5pPr>
            <a:lvl6pPr algn="l">
              <a:defRPr sz="2025" b="0">
                <a:solidFill>
                  <a:srgbClr val="000000"/>
                </a:solidFill>
                <a:latin typeface="Arial"/>
                <a:ea typeface="Arial"/>
                <a:cs typeface="Arial"/>
              </a:defRPr>
            </a:lvl6pPr>
            <a:lvl7pPr algn="l">
              <a:defRPr sz="2025" b="0">
                <a:solidFill>
                  <a:srgbClr val="000000"/>
                </a:solidFill>
                <a:latin typeface="Arial"/>
                <a:ea typeface="Arial"/>
                <a:cs typeface="Arial"/>
              </a:defRPr>
            </a:lvl7pPr>
            <a:lvl8pPr algn="l">
              <a:defRPr sz="2025" b="0">
                <a:solidFill>
                  <a:srgbClr val="000000"/>
                </a:solidFill>
                <a:latin typeface="Arial"/>
                <a:ea typeface="Arial"/>
                <a:cs typeface="Arial"/>
              </a:defRPr>
            </a:lvl8pPr>
            <a:lvl9pPr algn="l">
              <a:defRPr sz="2025" b="0">
                <a:solidFill>
                  <a:srgbClr val="000000"/>
                </a:solidFill>
                <a:latin typeface="Arial"/>
                <a:ea typeface="Arial"/>
                <a:cs typeface="Arial"/>
              </a:defRPr>
            </a:lvl9pPr>
          </a:lstStyle>
          <a:p xmlns:a="http://schemas.openxmlformats.org/drawingml/2006/main">
            <a:pPr algn="l">
              <a:defRPr sz="2025" b="0">
                <a:solidFill>
                  <a:srgbClr val="000000"/>
                </a:solidFill>
                <a:latin typeface="Arial"/>
                <a:ea typeface="Arial"/>
                <a:cs typeface="Arial"/>
              </a:defRPr>
            </a:pPr>
            <a:r>
              <a:rPr sz="2000" b="0">
                <a:solidFill>
                  <a:srgbClr val="000000"/>
                </a:solidFill>
                <a:latin typeface="Arial"/>
                <a:ea typeface="Arial"/>
                <a:cs typeface="Arial"/>
              </a:rPr>
              <a:t>N/M: ít nhất N trong M khung gần nhất. Lửa: 10/20 khung có phát hiện. Khói: 12/20 khung có phát hiện đạt ngưỡng chuyển động.</a:t>
            </a:r>
          </a:p>
        </p:txBody>
      </p:sp>
    </p:spTree>
    <p:extLst>
      <p:ext uri="{BB962C8B-B14F-4D97-AF65-F5344CB8AC3E}">
        <p14:creationId xmlns:p14="http://schemas.microsoft.com/office/powerpoint/2010/main" val="176223110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6136137-6D12-4DE4-B227-637ED051D8AD}"/>
              </a:ext>
            </a:extLst>
          </p:cNvPr>
          <p:cNvSpPr>
            <a:spLocks xmlns:a="http://schemas.openxmlformats.org/drawingml/2006/main" noGrp="1"/>
          </p:cNvSpPr>
          <p:nvPr/>
        </p:nvSpPr>
        <p:spPr>
          <a:xfrm xmlns:a="http://schemas.openxmlformats.org/drawingml/2006/main">
            <a:off x="876300" y="838200"/>
            <a:ext cx="76200" cy="819150"/>
          </a:xfrm>
          <a:prstGeom xmlns:a="http://schemas.openxmlformats.org/drawingml/2006/main" prst="rect">
            <a:avLst/>
          </a:prstGeom>
          <a:solidFill xmlns:a="http://schemas.openxmlformats.org/drawingml/2006/main">
            <a:srgbClr val="007A5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11EA984-39A1-4DF9-A15D-612E145AD145}"/>
              </a:ext>
            </a:extLst>
          </p:cNvPr>
          <p:cNvSpPr>
            <a:spLocks xmlns:a="http://schemas.openxmlformats.org/drawingml/2006/main" noGrp="1"/>
          </p:cNvSpPr>
          <p:nvPr/>
        </p:nvSpPr>
        <p:spPr>
          <a:xfrm xmlns:a="http://schemas.openxmlformats.org/drawingml/2006/main">
            <a:off x="1095375" y="819150"/>
            <a:ext cx="14287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050" b="0">
                <a:solidFill>
                  <a:srgbClr val="000000"/>
                </a:solidFill>
                <a:latin typeface="Arial"/>
                <a:ea typeface="Arial"/>
                <a:cs typeface="Arial"/>
              </a:defRPr>
            </a:defPPr>
            <a:lvl1pPr algn="l">
              <a:defRPr sz="4050" b="0">
                <a:solidFill>
                  <a:srgbClr val="000000"/>
                </a:solidFill>
                <a:latin typeface="Arial"/>
                <a:ea typeface="Arial"/>
                <a:cs typeface="Arial"/>
              </a:defRPr>
            </a:lvl1pPr>
            <a:lvl2pPr algn="l">
              <a:defRPr sz="4050" b="0">
                <a:solidFill>
                  <a:srgbClr val="000000"/>
                </a:solidFill>
                <a:latin typeface="Arial"/>
                <a:ea typeface="Arial"/>
                <a:cs typeface="Arial"/>
              </a:defRPr>
            </a:lvl2pPr>
            <a:lvl3pPr algn="l">
              <a:defRPr sz="4050" b="0">
                <a:solidFill>
                  <a:srgbClr val="000000"/>
                </a:solidFill>
                <a:latin typeface="Arial"/>
                <a:ea typeface="Arial"/>
                <a:cs typeface="Arial"/>
              </a:defRPr>
            </a:lvl3pPr>
            <a:lvl4pPr algn="l">
              <a:defRPr sz="4050" b="0">
                <a:solidFill>
                  <a:srgbClr val="000000"/>
                </a:solidFill>
                <a:latin typeface="Arial"/>
                <a:ea typeface="Arial"/>
                <a:cs typeface="Arial"/>
              </a:defRPr>
            </a:lvl4pPr>
            <a:lvl5pPr algn="l">
              <a:defRPr sz="4050" b="0">
                <a:solidFill>
                  <a:srgbClr val="000000"/>
                </a:solidFill>
                <a:latin typeface="Arial"/>
                <a:ea typeface="Arial"/>
                <a:cs typeface="Arial"/>
              </a:defRPr>
            </a:lvl5pPr>
            <a:lvl6pPr algn="l">
              <a:defRPr sz="4050" b="0">
                <a:solidFill>
                  <a:srgbClr val="000000"/>
                </a:solidFill>
                <a:latin typeface="Arial"/>
                <a:ea typeface="Arial"/>
                <a:cs typeface="Arial"/>
              </a:defRPr>
            </a:lvl6pPr>
            <a:lvl7pPr algn="l">
              <a:defRPr sz="4050" b="0">
                <a:solidFill>
                  <a:srgbClr val="000000"/>
                </a:solidFill>
                <a:latin typeface="Arial"/>
                <a:ea typeface="Arial"/>
                <a:cs typeface="Arial"/>
              </a:defRPr>
            </a:lvl7pPr>
            <a:lvl8pPr algn="l">
              <a:defRPr sz="4050" b="0">
                <a:solidFill>
                  <a:srgbClr val="000000"/>
                </a:solidFill>
                <a:latin typeface="Arial"/>
                <a:ea typeface="Arial"/>
                <a:cs typeface="Arial"/>
              </a:defRPr>
            </a:lvl8pPr>
            <a:lvl9pPr algn="l">
              <a:defRPr sz="4050" b="0">
                <a:solidFill>
                  <a:srgbClr val="000000"/>
                </a:solidFill>
                <a:latin typeface="Arial"/>
                <a:ea typeface="Arial"/>
                <a:cs typeface="Arial"/>
              </a:defRPr>
            </a:lvl9pPr>
          </a:lstStyle>
          <a:p xmlns:a="http://schemas.openxmlformats.org/drawingml/2006/main">
            <a:pPr algn="l">
              <a:defRPr sz="4050" b="0">
                <a:solidFill>
                  <a:srgbClr val="000000"/>
                </a:solidFill>
                <a:latin typeface="Arial"/>
                <a:ea typeface="Arial"/>
                <a:cs typeface="Arial"/>
              </a:defRPr>
            </a:pPr>
            <a:r>
              <a:rPr sz="4050" b="0">
                <a:solidFill>
                  <a:srgbClr val="000000"/>
                </a:solidFill>
                <a:latin typeface="Arial"/>
                <a:ea typeface="Arial"/>
                <a:cs typeface="Arial"/>
              </a:rPr>
              <a:t>Tập Dữ Liệu Thực Nghiệm</a:t>
            </a:r>
          </a:p>
        </p:txBody>
      </p:sp>
      <p:sp>
        <p:nvSpPr>
          <p:cNvPr id="3" name="">
            <a:extLst xmlns:a="http://schemas.openxmlformats.org/drawingml/2006/main">
              <a:ext uri="{FF2B5EF4-FFF2-40B4-BE49-F238E27FC236}">
                <a16:creationId xmlns:a16="http://schemas.microsoft.com/office/drawing/2014/main" id="{57B6EB5F-613C-445A-8017-4668C8FCDCA2}"/>
              </a:ext>
            </a:extLst>
          </p:cNvPr>
          <p:cNvSpPr>
            <a:spLocks xmlns:a="http://schemas.openxmlformats.org/drawingml/2006/main" noGrp="1"/>
          </p:cNvSpPr>
          <p:nvPr/>
        </p:nvSpPr>
        <p:spPr>
          <a:xfrm xmlns:a="http://schemas.openxmlformats.org/drawingml/2006/main">
            <a:off x="876300" y="2190750"/>
            <a:ext cx="8001000" cy="7124700"/>
          </a:xfrm>
          <a:prstGeom xmlns:a="http://schemas.openxmlformats.org/drawingml/2006/main" prst="roundRect">
            <a:avLst>
              <a:gd name="adj" fmla="val 2674"/>
            </a:avLst>
          </a:prstGeom>
          <a:solidFill xmlns:a="http://schemas.openxmlformats.org/drawingml/2006/main">
            <a:srgbClr val="F5F7F9"/>
          </a:solidFill>
          <a:ln xmlns:a="http://schemas.openxmlformats.org/drawingml/2006/main" w="12383">
            <a:solidFill>
              <a:srgbClr val="D9E1E8"/>
            </a:solidFill>
            <a:prstDash val="solid"/>
          </a:ln>
        </p:spPr>
      </p:sp>
      <p:sp>
        <p:nvSpPr>
          <p:cNvPr id="4" name="">
            <a:extLst xmlns:a="http://schemas.openxmlformats.org/drawingml/2006/main">
              <a:ext uri="{FF2B5EF4-FFF2-40B4-BE49-F238E27FC236}">
                <a16:creationId xmlns:a16="http://schemas.microsoft.com/office/drawing/2014/main" id="{83EF267E-44B7-4955-9165-CC265BCFC975}"/>
              </a:ext>
            </a:extLst>
          </p:cNvPr>
          <p:cNvSpPr>
            <a:spLocks xmlns:a="http://schemas.openxmlformats.org/drawingml/2006/main" noGrp="1"/>
          </p:cNvSpPr>
          <p:nvPr/>
        </p:nvSpPr>
        <p:spPr>
          <a:xfrm xmlns:a="http://schemas.openxmlformats.org/drawingml/2006/main">
            <a:off x="9525000" y="2190750"/>
            <a:ext cx="8001000" cy="7124700"/>
          </a:xfrm>
          <a:prstGeom xmlns:a="http://schemas.openxmlformats.org/drawingml/2006/main" prst="roundRect">
            <a:avLst>
              <a:gd name="adj" fmla="val 2674"/>
            </a:avLst>
          </a:prstGeom>
          <a:solidFill xmlns:a="http://schemas.openxmlformats.org/drawingml/2006/main">
            <a:srgbClr val="F5F7F9"/>
          </a:solidFill>
          <a:ln xmlns:a="http://schemas.openxmlformats.org/drawingml/2006/main" w="12383">
            <a:solidFill>
              <a:srgbClr val="D9E1E8"/>
            </a:solidFill>
            <a:prstDash val="solid"/>
          </a:ln>
        </p:spPr>
      </p:sp>
      <p:sp>
        <p:nvSpPr>
          <p:cNvPr id="5" name="">
            <a:extLst xmlns:a="http://schemas.openxmlformats.org/drawingml/2006/main">
              <a:ext uri="{FF2B5EF4-FFF2-40B4-BE49-F238E27FC236}">
                <a16:creationId xmlns:a16="http://schemas.microsoft.com/office/drawing/2014/main" id="{A2955FAA-AEDE-4831-8787-AF6112D45DE3}"/>
              </a:ext>
            </a:extLst>
          </p:cNvPr>
          <p:cNvSpPr>
            <a:spLocks xmlns:a="http://schemas.openxmlformats.org/drawingml/2006/main" noGrp="1"/>
          </p:cNvSpPr>
          <p:nvPr/>
        </p:nvSpPr>
        <p:spPr>
          <a:xfrm xmlns:a="http://schemas.openxmlformats.org/drawingml/2006/main">
            <a:off x="1381125" y="4048125"/>
            <a:ext cx="6858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A45C00"/>
                </a:solidFill>
                <a:latin typeface="Arial"/>
                <a:ea typeface="Arial"/>
                <a:cs typeface="Arial"/>
              </a:defRPr>
            </a:defPPr>
            <a:lvl1pPr algn="l">
              <a:defRPr sz="2925" b="1">
                <a:solidFill>
                  <a:srgbClr val="A45C00"/>
                </a:solidFill>
                <a:latin typeface="Arial"/>
                <a:ea typeface="Arial"/>
                <a:cs typeface="Arial"/>
              </a:defRPr>
            </a:lvl1pPr>
            <a:lvl2pPr algn="l">
              <a:defRPr sz="2925" b="1">
                <a:solidFill>
                  <a:srgbClr val="A45C00"/>
                </a:solidFill>
                <a:latin typeface="Arial"/>
                <a:ea typeface="Arial"/>
                <a:cs typeface="Arial"/>
              </a:defRPr>
            </a:lvl2pPr>
            <a:lvl3pPr algn="l">
              <a:defRPr sz="2925" b="1">
                <a:solidFill>
                  <a:srgbClr val="A45C00"/>
                </a:solidFill>
                <a:latin typeface="Arial"/>
                <a:ea typeface="Arial"/>
                <a:cs typeface="Arial"/>
              </a:defRPr>
            </a:lvl3pPr>
            <a:lvl4pPr algn="l">
              <a:defRPr sz="2925" b="1">
                <a:solidFill>
                  <a:srgbClr val="A45C00"/>
                </a:solidFill>
                <a:latin typeface="Arial"/>
                <a:ea typeface="Arial"/>
                <a:cs typeface="Arial"/>
              </a:defRPr>
            </a:lvl4pPr>
            <a:lvl5pPr algn="l">
              <a:defRPr sz="2925" b="1">
                <a:solidFill>
                  <a:srgbClr val="A45C00"/>
                </a:solidFill>
                <a:latin typeface="Arial"/>
                <a:ea typeface="Arial"/>
                <a:cs typeface="Arial"/>
              </a:defRPr>
            </a:lvl5pPr>
            <a:lvl6pPr algn="l">
              <a:defRPr sz="2925" b="1">
                <a:solidFill>
                  <a:srgbClr val="A45C00"/>
                </a:solidFill>
                <a:latin typeface="Arial"/>
                <a:ea typeface="Arial"/>
                <a:cs typeface="Arial"/>
              </a:defRPr>
            </a:lvl6pPr>
            <a:lvl7pPr algn="l">
              <a:defRPr sz="2925" b="1">
                <a:solidFill>
                  <a:srgbClr val="A45C00"/>
                </a:solidFill>
                <a:latin typeface="Arial"/>
                <a:ea typeface="Arial"/>
                <a:cs typeface="Arial"/>
              </a:defRPr>
            </a:lvl7pPr>
            <a:lvl8pPr algn="l">
              <a:defRPr sz="2925" b="1">
                <a:solidFill>
                  <a:srgbClr val="A45C00"/>
                </a:solidFill>
                <a:latin typeface="Arial"/>
                <a:ea typeface="Arial"/>
                <a:cs typeface="Arial"/>
              </a:defRPr>
            </a:lvl8pPr>
            <a:lvl9pPr algn="l">
              <a:defRPr sz="2925" b="1">
                <a:solidFill>
                  <a:srgbClr val="A45C00"/>
                </a:solidFill>
                <a:latin typeface="Arial"/>
                <a:ea typeface="Arial"/>
                <a:cs typeface="Arial"/>
              </a:defRPr>
            </a:lvl9pPr>
          </a:lstStyle>
          <a:p xmlns:a="http://schemas.openxmlformats.org/drawingml/2006/main">
            <a:pPr algn="l">
              <a:defRPr sz="2925" b="1">
                <a:solidFill>
                  <a:srgbClr val="A45C00"/>
                </a:solidFill>
                <a:latin typeface="Arial"/>
                <a:ea typeface="Arial"/>
                <a:cs typeface="Arial"/>
              </a:defRPr>
            </a:pPr>
            <a:r>
              <a:rPr sz="2925" b="1">
                <a:solidFill>
                  <a:srgbClr val="A45C00"/>
                </a:solidFill>
                <a:latin typeface="Arial"/>
                <a:ea typeface="Arial"/>
                <a:cs typeface="Arial"/>
              </a:rPr>
              <a:t>Dữ Liệu Cháy &amp; Khói</a:t>
            </a:r>
          </a:p>
        </p:txBody>
      </p:sp>
      <p:sp>
        <p:nvSpPr>
          <p:cNvPr id="6" name="">
            <a:extLst xmlns:a="http://schemas.openxmlformats.org/drawingml/2006/main">
              <a:ext uri="{FF2B5EF4-FFF2-40B4-BE49-F238E27FC236}">
                <a16:creationId xmlns:a16="http://schemas.microsoft.com/office/drawing/2014/main" id="{0CFF7705-CA92-4C87-BD5D-033BE0BE475E}"/>
              </a:ext>
            </a:extLst>
          </p:cNvPr>
          <p:cNvSpPr>
            <a:spLocks xmlns:a="http://schemas.openxmlformats.org/drawingml/2006/main" noGrp="1"/>
          </p:cNvSpPr>
          <p:nvPr/>
        </p:nvSpPr>
        <p:spPr>
          <a:xfrm xmlns:a="http://schemas.openxmlformats.org/drawingml/2006/main">
            <a:off x="1381125" y="4905375"/>
            <a:ext cx="6762750" cy="3429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0">
                <a:solidFill>
                  <a:srgbClr val="000000"/>
                </a:solidFill>
                <a:latin typeface="Arial"/>
                <a:ea typeface="Arial"/>
                <a:cs typeface="Arial"/>
              </a:defRPr>
            </a:defPPr>
            <a:lvl1pPr algn="l">
              <a:defRPr sz="2025" b="0">
                <a:solidFill>
                  <a:srgbClr val="000000"/>
                </a:solidFill>
                <a:latin typeface="Arial"/>
                <a:ea typeface="Arial"/>
                <a:cs typeface="Arial"/>
              </a:defRPr>
            </a:lvl1pPr>
            <a:lvl2pPr algn="l">
              <a:defRPr sz="2025" b="0">
                <a:solidFill>
                  <a:srgbClr val="000000"/>
                </a:solidFill>
                <a:latin typeface="Arial"/>
                <a:ea typeface="Arial"/>
                <a:cs typeface="Arial"/>
              </a:defRPr>
            </a:lvl2pPr>
            <a:lvl3pPr algn="l">
              <a:defRPr sz="2025" b="0">
                <a:solidFill>
                  <a:srgbClr val="000000"/>
                </a:solidFill>
                <a:latin typeface="Arial"/>
                <a:ea typeface="Arial"/>
                <a:cs typeface="Arial"/>
              </a:defRPr>
            </a:lvl3pPr>
            <a:lvl4pPr algn="l">
              <a:defRPr sz="2025" b="0">
                <a:solidFill>
                  <a:srgbClr val="000000"/>
                </a:solidFill>
                <a:latin typeface="Arial"/>
                <a:ea typeface="Arial"/>
                <a:cs typeface="Arial"/>
              </a:defRPr>
            </a:lvl4pPr>
            <a:lvl5pPr algn="l">
              <a:defRPr sz="2025" b="0">
                <a:solidFill>
                  <a:srgbClr val="000000"/>
                </a:solidFill>
                <a:latin typeface="Arial"/>
                <a:ea typeface="Arial"/>
                <a:cs typeface="Arial"/>
              </a:defRPr>
            </a:lvl5pPr>
            <a:lvl6pPr algn="l">
              <a:defRPr sz="2025" b="0">
                <a:solidFill>
                  <a:srgbClr val="000000"/>
                </a:solidFill>
                <a:latin typeface="Arial"/>
                <a:ea typeface="Arial"/>
                <a:cs typeface="Arial"/>
              </a:defRPr>
            </a:lvl6pPr>
            <a:lvl7pPr algn="l">
              <a:defRPr sz="2025" b="0">
                <a:solidFill>
                  <a:srgbClr val="000000"/>
                </a:solidFill>
                <a:latin typeface="Arial"/>
                <a:ea typeface="Arial"/>
                <a:cs typeface="Arial"/>
              </a:defRPr>
            </a:lvl7pPr>
            <a:lvl8pPr algn="l">
              <a:defRPr sz="2025" b="0">
                <a:solidFill>
                  <a:srgbClr val="000000"/>
                </a:solidFill>
                <a:latin typeface="Arial"/>
                <a:ea typeface="Arial"/>
                <a:cs typeface="Arial"/>
              </a:defRPr>
            </a:lvl8pPr>
            <a:lvl9pPr algn="l">
              <a:defRPr sz="2025" b="0">
                <a:solidFill>
                  <a:srgbClr val="000000"/>
                </a:solidFill>
                <a:latin typeface="Arial"/>
                <a:ea typeface="Arial"/>
                <a:cs typeface="Arial"/>
              </a:defRPr>
            </a:lvl9pPr>
          </a:lstStyle>
          <a:p xmlns:a="http://schemas.openxmlformats.org/drawingml/2006/main">
            <a:pPr algn="l">
              <a:defRPr sz="2025" b="0">
                <a:solidFill>
                  <a:srgbClr val="000000"/>
                </a:solidFill>
                <a:latin typeface="Arial"/>
                <a:ea typeface="Arial"/>
                <a:cs typeface="Arial"/>
              </a:defRPr>
            </a:pPr>
            <a:r>
              <a:rPr sz="2025" b="0">
                <a:solidFill>
                  <a:srgbClr val="000000"/>
                </a:solidFill>
                <a:latin typeface="Arial"/>
                <a:ea typeface="Arial"/>
                <a:cs typeface="Arial"/>
              </a:rPr>
              <a:t>Nguồn: Smoke-Fire-Detection-YOLO trên Kaggle.</a:t>
            </a:r>
          </a:p>
          <a:p xmlns:a="http://schemas.openxmlformats.org/drawingml/2006/main">
            <a:r>
              <a:t/>
            </a:r>
          </a:p>
          <a:p xmlns:a="http://schemas.openxmlformats.org/drawingml/2006/main">
            <a:pPr algn="l">
              <a:defRPr sz="2025" b="0">
                <a:solidFill>
                  <a:srgbClr val="000000"/>
                </a:solidFill>
                <a:latin typeface="Arial"/>
                <a:ea typeface="Arial"/>
                <a:cs typeface="Arial"/>
              </a:defRPr>
            </a:pPr>
            <a:r>
              <a:rPr sz="2025" b="0">
                <a:solidFill>
                  <a:srgbClr val="000000"/>
                </a:solidFill>
                <a:latin typeface="Arial"/>
                <a:ea typeface="Arial"/>
                <a:cs typeface="Arial"/>
              </a:rPr>
              <a:t>Ảnh và hộp nhãn đã có sẵn; em kiểm tra nhãn trước khi huấn luyện.</a:t>
            </a:r>
          </a:p>
          <a:p xmlns:a="http://schemas.openxmlformats.org/drawingml/2006/main">
            <a:r>
              <a:t/>
            </a:r>
          </a:p>
          <a:p xmlns:a="http://schemas.openxmlformats.org/drawingml/2006/main">
            <a:pPr algn="l">
              <a:defRPr sz="2025" b="0">
                <a:solidFill>
                  <a:srgbClr val="000000"/>
                </a:solidFill>
                <a:latin typeface="Arial"/>
                <a:ea typeface="Arial"/>
                <a:cs typeface="Arial"/>
              </a:defRPr>
            </a:pPr>
            <a:r>
              <a:rPr sz="2025" b="0">
                <a:solidFill>
                  <a:srgbClr val="000000"/>
                </a:solidFill>
                <a:latin typeface="Arial"/>
                <a:ea typeface="Arial"/>
                <a:cs typeface="Arial"/>
              </a:rPr>
              <a:t>Hai lớp: 0 = smoke, 1 = fire.</a:t>
            </a:r>
          </a:p>
        </p:txBody>
      </p:sp>
      <p:sp>
        <p:nvSpPr>
          <p:cNvPr id="7" name="">
            <a:extLst xmlns:a="http://schemas.openxmlformats.org/drawingml/2006/main">
              <a:ext uri="{FF2B5EF4-FFF2-40B4-BE49-F238E27FC236}">
                <a16:creationId xmlns:a16="http://schemas.microsoft.com/office/drawing/2014/main" id="{CE0128A9-5EA1-48C2-911B-6324CFE112E0}"/>
              </a:ext>
            </a:extLst>
          </p:cNvPr>
          <p:cNvSpPr>
            <a:spLocks xmlns:a="http://schemas.openxmlformats.org/drawingml/2006/main" noGrp="1"/>
          </p:cNvSpPr>
          <p:nvPr/>
        </p:nvSpPr>
        <p:spPr>
          <a:xfrm xmlns:a="http://schemas.openxmlformats.org/drawingml/2006/main">
            <a:off x="10020300" y="4048125"/>
            <a:ext cx="6858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2457B8"/>
                </a:solidFill>
                <a:latin typeface="Arial"/>
                <a:ea typeface="Arial"/>
                <a:cs typeface="Arial"/>
              </a:defRPr>
            </a:defPPr>
            <a:lvl1pPr algn="l">
              <a:defRPr sz="2925" b="1">
                <a:solidFill>
                  <a:srgbClr val="2457B8"/>
                </a:solidFill>
                <a:latin typeface="Arial"/>
                <a:ea typeface="Arial"/>
                <a:cs typeface="Arial"/>
              </a:defRPr>
            </a:lvl1pPr>
            <a:lvl2pPr algn="l">
              <a:defRPr sz="2925" b="1">
                <a:solidFill>
                  <a:srgbClr val="2457B8"/>
                </a:solidFill>
                <a:latin typeface="Arial"/>
                <a:ea typeface="Arial"/>
                <a:cs typeface="Arial"/>
              </a:defRPr>
            </a:lvl2pPr>
            <a:lvl3pPr algn="l">
              <a:defRPr sz="2925" b="1">
                <a:solidFill>
                  <a:srgbClr val="2457B8"/>
                </a:solidFill>
                <a:latin typeface="Arial"/>
                <a:ea typeface="Arial"/>
                <a:cs typeface="Arial"/>
              </a:defRPr>
            </a:lvl3pPr>
            <a:lvl4pPr algn="l">
              <a:defRPr sz="2925" b="1">
                <a:solidFill>
                  <a:srgbClr val="2457B8"/>
                </a:solidFill>
                <a:latin typeface="Arial"/>
                <a:ea typeface="Arial"/>
                <a:cs typeface="Arial"/>
              </a:defRPr>
            </a:lvl4pPr>
            <a:lvl5pPr algn="l">
              <a:defRPr sz="2925" b="1">
                <a:solidFill>
                  <a:srgbClr val="2457B8"/>
                </a:solidFill>
                <a:latin typeface="Arial"/>
                <a:ea typeface="Arial"/>
                <a:cs typeface="Arial"/>
              </a:defRPr>
            </a:lvl5pPr>
            <a:lvl6pPr algn="l">
              <a:defRPr sz="2925" b="1">
                <a:solidFill>
                  <a:srgbClr val="2457B8"/>
                </a:solidFill>
                <a:latin typeface="Arial"/>
                <a:ea typeface="Arial"/>
                <a:cs typeface="Arial"/>
              </a:defRPr>
            </a:lvl6pPr>
            <a:lvl7pPr algn="l">
              <a:defRPr sz="2925" b="1">
                <a:solidFill>
                  <a:srgbClr val="2457B8"/>
                </a:solidFill>
                <a:latin typeface="Arial"/>
                <a:ea typeface="Arial"/>
                <a:cs typeface="Arial"/>
              </a:defRPr>
            </a:lvl7pPr>
            <a:lvl8pPr algn="l">
              <a:defRPr sz="2925" b="1">
                <a:solidFill>
                  <a:srgbClr val="2457B8"/>
                </a:solidFill>
                <a:latin typeface="Arial"/>
                <a:ea typeface="Arial"/>
                <a:cs typeface="Arial"/>
              </a:defRPr>
            </a:lvl8pPr>
            <a:lvl9pPr algn="l">
              <a:defRPr sz="2925" b="1">
                <a:solidFill>
                  <a:srgbClr val="2457B8"/>
                </a:solidFill>
                <a:latin typeface="Arial"/>
                <a:ea typeface="Arial"/>
                <a:cs typeface="Arial"/>
              </a:defRPr>
            </a:lvl9pPr>
          </a:lstStyle>
          <a:p xmlns:a="http://schemas.openxmlformats.org/drawingml/2006/main">
            <a:pPr algn="l">
              <a:defRPr sz="2925" b="1">
                <a:solidFill>
                  <a:srgbClr val="2457B8"/>
                </a:solidFill>
                <a:latin typeface="Arial"/>
                <a:ea typeface="Arial"/>
                <a:cs typeface="Arial"/>
              </a:defRPr>
            </a:pPr>
            <a:r>
              <a:rPr sz="2925" b="1">
                <a:solidFill>
                  <a:srgbClr val="2457B8"/>
                </a:solidFill>
                <a:latin typeface="Arial"/>
                <a:ea typeface="Arial"/>
                <a:cs typeface="Arial"/>
              </a:rPr>
              <a:t>Cách Chia Dữ Liệu</a:t>
            </a:r>
          </a:p>
        </p:txBody>
      </p:sp>
      <p:sp>
        <p:nvSpPr>
          <p:cNvPr id="8" name="">
            <a:extLst xmlns:a="http://schemas.openxmlformats.org/drawingml/2006/main">
              <a:ext uri="{FF2B5EF4-FFF2-40B4-BE49-F238E27FC236}">
                <a16:creationId xmlns:a16="http://schemas.microsoft.com/office/drawing/2014/main" id="{42B0E2E3-80F7-4FD1-9B68-2F7C194AFCF0}"/>
              </a:ext>
            </a:extLst>
          </p:cNvPr>
          <p:cNvSpPr>
            <a:spLocks xmlns:a="http://schemas.openxmlformats.org/drawingml/2006/main" noGrp="1"/>
          </p:cNvSpPr>
          <p:nvPr/>
        </p:nvSpPr>
        <p:spPr>
          <a:xfrm xmlns:a="http://schemas.openxmlformats.org/drawingml/2006/main">
            <a:off x="10020300" y="4905375"/>
            <a:ext cx="676275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0">
                <a:solidFill>
                  <a:srgbClr val="000000"/>
                </a:solidFill>
                <a:latin typeface="Arial"/>
                <a:ea typeface="Arial"/>
                <a:cs typeface="Arial"/>
              </a:defRPr>
            </a:defPPr>
            <a:lvl1pPr algn="l">
              <a:defRPr sz="2025" b="0">
                <a:solidFill>
                  <a:srgbClr val="000000"/>
                </a:solidFill>
                <a:latin typeface="Arial"/>
                <a:ea typeface="Arial"/>
                <a:cs typeface="Arial"/>
              </a:defRPr>
            </a:lvl1pPr>
            <a:lvl2pPr algn="l">
              <a:defRPr sz="2025" b="0">
                <a:solidFill>
                  <a:srgbClr val="000000"/>
                </a:solidFill>
                <a:latin typeface="Arial"/>
                <a:ea typeface="Arial"/>
                <a:cs typeface="Arial"/>
              </a:defRPr>
            </a:lvl2pPr>
            <a:lvl3pPr algn="l">
              <a:defRPr sz="2025" b="0">
                <a:solidFill>
                  <a:srgbClr val="000000"/>
                </a:solidFill>
                <a:latin typeface="Arial"/>
                <a:ea typeface="Arial"/>
                <a:cs typeface="Arial"/>
              </a:defRPr>
            </a:lvl3pPr>
            <a:lvl4pPr algn="l">
              <a:defRPr sz="2025" b="0">
                <a:solidFill>
                  <a:srgbClr val="000000"/>
                </a:solidFill>
                <a:latin typeface="Arial"/>
                <a:ea typeface="Arial"/>
                <a:cs typeface="Arial"/>
              </a:defRPr>
            </a:lvl4pPr>
            <a:lvl5pPr algn="l">
              <a:defRPr sz="2025" b="0">
                <a:solidFill>
                  <a:srgbClr val="000000"/>
                </a:solidFill>
                <a:latin typeface="Arial"/>
                <a:ea typeface="Arial"/>
                <a:cs typeface="Arial"/>
              </a:defRPr>
            </a:lvl5pPr>
            <a:lvl6pPr algn="l">
              <a:defRPr sz="2025" b="0">
                <a:solidFill>
                  <a:srgbClr val="000000"/>
                </a:solidFill>
                <a:latin typeface="Arial"/>
                <a:ea typeface="Arial"/>
                <a:cs typeface="Arial"/>
              </a:defRPr>
            </a:lvl6pPr>
            <a:lvl7pPr algn="l">
              <a:defRPr sz="2025" b="0">
                <a:solidFill>
                  <a:srgbClr val="000000"/>
                </a:solidFill>
                <a:latin typeface="Arial"/>
                <a:ea typeface="Arial"/>
                <a:cs typeface="Arial"/>
              </a:defRPr>
            </a:lvl7pPr>
            <a:lvl8pPr algn="l">
              <a:defRPr sz="2025" b="0">
                <a:solidFill>
                  <a:srgbClr val="000000"/>
                </a:solidFill>
                <a:latin typeface="Arial"/>
                <a:ea typeface="Arial"/>
                <a:cs typeface="Arial"/>
              </a:defRPr>
            </a:lvl8pPr>
            <a:lvl9pPr algn="l">
              <a:defRPr sz="2025" b="0">
                <a:solidFill>
                  <a:srgbClr val="000000"/>
                </a:solidFill>
                <a:latin typeface="Arial"/>
                <a:ea typeface="Arial"/>
                <a:cs typeface="Arial"/>
              </a:defRPr>
            </a:lvl9pPr>
          </a:lstStyle>
          <a:p xmlns:a="http://schemas.openxmlformats.org/drawingml/2006/main">
            <a:pPr algn="l">
              <a:defRPr sz="2025" b="0">
                <a:solidFill>
                  <a:srgbClr val="000000"/>
                </a:solidFill>
                <a:latin typeface="Arial"/>
                <a:ea typeface="Arial"/>
                <a:cs typeface="Arial"/>
              </a:defRPr>
            </a:pPr>
            <a:r>
              <a:rPr sz="2025" b="0">
                <a:solidFill>
                  <a:srgbClr val="000000"/>
                </a:solidFill>
                <a:latin typeface="Arial"/>
                <a:ea typeface="Arial"/>
                <a:cs typeface="Arial"/>
              </a:rPr>
              <a:t>Train: 14.101 ảnh hợp lệ</a:t>
            </a:r>
          </a:p>
          <a:p xmlns:a="http://schemas.openxmlformats.org/drawingml/2006/main">
            <a:pPr algn="l">
              <a:defRPr sz="2025" b="0">
                <a:solidFill>
                  <a:srgbClr val="000000"/>
                </a:solidFill>
                <a:latin typeface="Arial"/>
                <a:ea typeface="Arial"/>
                <a:cs typeface="Arial"/>
              </a:defRPr>
            </a:pPr>
            <a:r>
              <a:rPr sz="2025" b="0">
                <a:solidFill>
                  <a:srgbClr val="000000"/>
                </a:solidFill>
                <a:latin typeface="Arial"/>
                <a:ea typeface="Arial"/>
                <a:cs typeface="Arial"/>
              </a:rPr>
              <a:t>Validation: 3.094 ảnh hợp lệ</a:t>
            </a:r>
          </a:p>
          <a:p xmlns:a="http://schemas.openxmlformats.org/drawingml/2006/main">
            <a:pPr algn="l">
              <a:defRPr sz="2025" b="0">
                <a:solidFill>
                  <a:srgbClr val="000000"/>
                </a:solidFill>
                <a:latin typeface="Arial"/>
                <a:ea typeface="Arial"/>
                <a:cs typeface="Arial"/>
              </a:defRPr>
            </a:pPr>
            <a:r>
              <a:rPr sz="2025" b="0">
                <a:solidFill>
                  <a:srgbClr val="000000"/>
                </a:solidFill>
                <a:latin typeface="Arial"/>
                <a:ea typeface="Arial"/>
                <a:cs typeface="Arial"/>
              </a:rPr>
              <a:t>Test: 4.291 ảnh hợp lệ</a:t>
            </a:r>
          </a:p>
          <a:p xmlns:a="http://schemas.openxmlformats.org/drawingml/2006/main">
            <a:r>
              <a:t/>
            </a:r>
          </a:p>
          <a:p xmlns:a="http://schemas.openxmlformats.org/drawingml/2006/main">
            <a:pPr algn="l">
              <a:defRPr sz="2025" b="0">
                <a:solidFill>
                  <a:srgbClr val="000000"/>
                </a:solidFill>
                <a:latin typeface="Arial"/>
                <a:ea typeface="Arial"/>
                <a:cs typeface="Arial"/>
              </a:defRPr>
            </a:pPr>
            <a:r>
              <a:rPr sz="2025" b="0">
                <a:solidFill>
                  <a:srgbClr val="000000"/>
                </a:solidFill>
                <a:latin typeface="Arial"/>
                <a:ea typeface="Arial"/>
                <a:cs typeface="Arial"/>
              </a:rPr>
              <a:t>Test chỉ dùng sau khi chọn trọng số.</a:t>
            </a:r>
          </a:p>
        </p:txBody>
      </p:sp>
    </p:spTree>
    <p:extLst>
      <p:ext uri="{BB962C8B-B14F-4D97-AF65-F5344CB8AC3E}">
        <p14:creationId xmlns:p14="http://schemas.microsoft.com/office/powerpoint/2010/main" val="8014819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66C20AF-FEC8-4EEB-ACA7-BB2A7A109892}"/>
              </a:ext>
            </a:extLst>
          </p:cNvPr>
          <p:cNvSpPr>
            <a:spLocks xmlns:a="http://schemas.openxmlformats.org/drawingml/2006/main" noGrp="1"/>
          </p:cNvSpPr>
          <p:nvPr/>
        </p:nvSpPr>
        <p:spPr>
          <a:xfrm xmlns:a="http://schemas.openxmlformats.org/drawingml/2006/main">
            <a:off x="876300" y="838200"/>
            <a:ext cx="76200" cy="1619250"/>
          </a:xfrm>
          <a:prstGeom xmlns:a="http://schemas.openxmlformats.org/drawingml/2006/main" prst="rect">
            <a:avLst/>
          </a:prstGeom>
          <a:solidFill xmlns:a="http://schemas.openxmlformats.org/drawingml/2006/main">
            <a:srgbClr val="007A5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AF31E80-4184-457D-A4CF-0D076A91AC26}"/>
              </a:ext>
            </a:extLst>
          </p:cNvPr>
          <p:cNvSpPr>
            <a:spLocks xmlns:a="http://schemas.openxmlformats.org/drawingml/2006/main" noGrp="1"/>
          </p:cNvSpPr>
          <p:nvPr/>
        </p:nvSpPr>
        <p:spPr>
          <a:xfrm xmlns:a="http://schemas.openxmlformats.org/drawingml/2006/main">
            <a:off x="1095375" y="981075"/>
            <a:ext cx="7620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050" b="0">
                <a:solidFill>
                  <a:srgbClr val="000000"/>
                </a:solidFill>
                <a:latin typeface="Arial"/>
                <a:ea typeface="Arial"/>
                <a:cs typeface="Arial"/>
              </a:defRPr>
            </a:defPPr>
            <a:lvl1pPr algn="l">
              <a:defRPr sz="4050" b="0">
                <a:solidFill>
                  <a:srgbClr val="000000"/>
                </a:solidFill>
                <a:latin typeface="Arial"/>
                <a:ea typeface="Arial"/>
                <a:cs typeface="Arial"/>
              </a:defRPr>
            </a:lvl1pPr>
            <a:lvl2pPr algn="l">
              <a:defRPr sz="4050" b="0">
                <a:solidFill>
                  <a:srgbClr val="000000"/>
                </a:solidFill>
                <a:latin typeface="Arial"/>
                <a:ea typeface="Arial"/>
                <a:cs typeface="Arial"/>
              </a:defRPr>
            </a:lvl2pPr>
            <a:lvl3pPr algn="l">
              <a:defRPr sz="4050" b="0">
                <a:solidFill>
                  <a:srgbClr val="000000"/>
                </a:solidFill>
                <a:latin typeface="Arial"/>
                <a:ea typeface="Arial"/>
                <a:cs typeface="Arial"/>
              </a:defRPr>
            </a:lvl3pPr>
            <a:lvl4pPr algn="l">
              <a:defRPr sz="4050" b="0">
                <a:solidFill>
                  <a:srgbClr val="000000"/>
                </a:solidFill>
                <a:latin typeface="Arial"/>
                <a:ea typeface="Arial"/>
                <a:cs typeface="Arial"/>
              </a:defRPr>
            </a:lvl4pPr>
            <a:lvl5pPr algn="l">
              <a:defRPr sz="4050" b="0">
                <a:solidFill>
                  <a:srgbClr val="000000"/>
                </a:solidFill>
                <a:latin typeface="Arial"/>
                <a:ea typeface="Arial"/>
                <a:cs typeface="Arial"/>
              </a:defRPr>
            </a:lvl5pPr>
            <a:lvl6pPr algn="l">
              <a:defRPr sz="4050" b="0">
                <a:solidFill>
                  <a:srgbClr val="000000"/>
                </a:solidFill>
                <a:latin typeface="Arial"/>
                <a:ea typeface="Arial"/>
                <a:cs typeface="Arial"/>
              </a:defRPr>
            </a:lvl6pPr>
            <a:lvl7pPr algn="l">
              <a:defRPr sz="4050" b="0">
                <a:solidFill>
                  <a:srgbClr val="000000"/>
                </a:solidFill>
                <a:latin typeface="Arial"/>
                <a:ea typeface="Arial"/>
                <a:cs typeface="Arial"/>
              </a:defRPr>
            </a:lvl7pPr>
            <a:lvl8pPr algn="l">
              <a:defRPr sz="4050" b="0">
                <a:solidFill>
                  <a:srgbClr val="000000"/>
                </a:solidFill>
                <a:latin typeface="Arial"/>
                <a:ea typeface="Arial"/>
                <a:cs typeface="Arial"/>
              </a:defRPr>
            </a:lvl8pPr>
            <a:lvl9pPr algn="l">
              <a:defRPr sz="4050" b="0">
                <a:solidFill>
                  <a:srgbClr val="000000"/>
                </a:solidFill>
                <a:latin typeface="Arial"/>
                <a:ea typeface="Arial"/>
                <a:cs typeface="Arial"/>
              </a:defRPr>
            </a:lvl9pPr>
          </a:lstStyle>
          <a:p xmlns:a="http://schemas.openxmlformats.org/drawingml/2006/main">
            <a:pPr algn="l">
              <a:defRPr sz="4050" b="0">
                <a:solidFill>
                  <a:srgbClr val="000000"/>
                </a:solidFill>
                <a:latin typeface="Arial"/>
                <a:ea typeface="Arial"/>
                <a:cs typeface="Arial"/>
              </a:defRPr>
            </a:pPr>
            <a:r>
              <a:rPr sz="4050" b="0">
                <a:solidFill>
                  <a:srgbClr val="000000"/>
                </a:solidFill>
                <a:latin typeface="Arial"/>
                <a:ea typeface="Arial"/>
                <a:cs typeface="Arial"/>
              </a:rPr>
              <a:t>Mô-đun Phát Hiện</a:t>
            </a:r>
          </a:p>
          <a:p xmlns:a="http://schemas.openxmlformats.org/drawingml/2006/main">
            <a:pPr algn="l">
              <a:defRPr sz="4050" b="0">
                <a:solidFill>
                  <a:srgbClr val="000000"/>
                </a:solidFill>
                <a:latin typeface="Arial"/>
                <a:ea typeface="Arial"/>
                <a:cs typeface="Arial"/>
              </a:defRPr>
            </a:pPr>
            <a:r>
              <a:rPr sz="4050" b="0">
                <a:solidFill>
                  <a:srgbClr val="000000"/>
                </a:solidFill>
                <a:latin typeface="Arial"/>
                <a:ea typeface="Arial"/>
                <a:cs typeface="Arial"/>
              </a:rPr>
              <a:t>Cháy &amp; Khói</a:t>
            </a:r>
          </a:p>
        </p:txBody>
      </p:sp>
      <p:sp>
        <p:nvSpPr>
          <p:cNvPr id="3" name="">
            <a:extLst xmlns:a="http://schemas.openxmlformats.org/drawingml/2006/main">
              <a:ext uri="{FF2B5EF4-FFF2-40B4-BE49-F238E27FC236}">
                <a16:creationId xmlns:a16="http://schemas.microsoft.com/office/drawing/2014/main" id="{EC5D7F52-AF30-4C2E-AC72-5B36F6ABD758}"/>
              </a:ext>
            </a:extLst>
          </p:cNvPr>
          <p:cNvSpPr>
            <a:spLocks xmlns:a="http://schemas.openxmlformats.org/drawingml/2006/main" noGrp="1"/>
          </p:cNvSpPr>
          <p:nvPr/>
        </p:nvSpPr>
        <p:spPr>
          <a:xfrm xmlns:a="http://schemas.openxmlformats.org/drawingml/2006/main">
            <a:off x="857250" y="3381375"/>
            <a:ext cx="7715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007A58"/>
                </a:solidFill>
                <a:latin typeface="Arial"/>
                <a:ea typeface="Arial"/>
                <a:cs typeface="Arial"/>
              </a:defRPr>
            </a:defPPr>
            <a:lvl1pPr algn="l">
              <a:defRPr sz="2925" b="1">
                <a:solidFill>
                  <a:srgbClr val="007A58"/>
                </a:solidFill>
                <a:latin typeface="Arial"/>
                <a:ea typeface="Arial"/>
                <a:cs typeface="Arial"/>
              </a:defRPr>
            </a:lvl1pPr>
            <a:lvl2pPr algn="l">
              <a:defRPr sz="2925" b="1">
                <a:solidFill>
                  <a:srgbClr val="007A58"/>
                </a:solidFill>
                <a:latin typeface="Arial"/>
                <a:ea typeface="Arial"/>
                <a:cs typeface="Arial"/>
              </a:defRPr>
            </a:lvl2pPr>
            <a:lvl3pPr algn="l">
              <a:defRPr sz="2925" b="1">
                <a:solidFill>
                  <a:srgbClr val="007A58"/>
                </a:solidFill>
                <a:latin typeface="Arial"/>
                <a:ea typeface="Arial"/>
                <a:cs typeface="Arial"/>
              </a:defRPr>
            </a:lvl3pPr>
            <a:lvl4pPr algn="l">
              <a:defRPr sz="2925" b="1">
                <a:solidFill>
                  <a:srgbClr val="007A58"/>
                </a:solidFill>
                <a:latin typeface="Arial"/>
                <a:ea typeface="Arial"/>
                <a:cs typeface="Arial"/>
              </a:defRPr>
            </a:lvl4pPr>
            <a:lvl5pPr algn="l">
              <a:defRPr sz="2925" b="1">
                <a:solidFill>
                  <a:srgbClr val="007A58"/>
                </a:solidFill>
                <a:latin typeface="Arial"/>
                <a:ea typeface="Arial"/>
                <a:cs typeface="Arial"/>
              </a:defRPr>
            </a:lvl5pPr>
            <a:lvl6pPr algn="l">
              <a:defRPr sz="2925" b="1">
                <a:solidFill>
                  <a:srgbClr val="007A58"/>
                </a:solidFill>
                <a:latin typeface="Arial"/>
                <a:ea typeface="Arial"/>
                <a:cs typeface="Arial"/>
              </a:defRPr>
            </a:lvl6pPr>
            <a:lvl7pPr algn="l">
              <a:defRPr sz="2925" b="1">
                <a:solidFill>
                  <a:srgbClr val="007A58"/>
                </a:solidFill>
                <a:latin typeface="Arial"/>
                <a:ea typeface="Arial"/>
                <a:cs typeface="Arial"/>
              </a:defRPr>
            </a:lvl7pPr>
            <a:lvl8pPr algn="l">
              <a:defRPr sz="2925" b="1">
                <a:solidFill>
                  <a:srgbClr val="007A58"/>
                </a:solidFill>
                <a:latin typeface="Arial"/>
                <a:ea typeface="Arial"/>
                <a:cs typeface="Arial"/>
              </a:defRPr>
            </a:lvl8pPr>
            <a:lvl9pPr algn="l">
              <a:defRPr sz="2925" b="1">
                <a:solidFill>
                  <a:srgbClr val="007A58"/>
                </a:solidFill>
                <a:latin typeface="Arial"/>
                <a:ea typeface="Arial"/>
                <a:cs typeface="Arial"/>
              </a:defRPr>
            </a:lvl9pPr>
          </a:lstStyle>
          <a:p xmlns:a="http://schemas.openxmlformats.org/drawingml/2006/main">
            <a:pPr algn="l">
              <a:defRPr sz="2925" b="1">
                <a:solidFill>
                  <a:srgbClr val="007A58"/>
                </a:solidFill>
                <a:latin typeface="Arial"/>
                <a:ea typeface="Arial"/>
                <a:cs typeface="Arial"/>
              </a:defRPr>
            </a:pPr>
            <a:r>
              <a:rPr sz="2925" b="1">
                <a:solidFill>
                  <a:srgbClr val="007A58"/>
                </a:solidFill>
                <a:latin typeface="Arial"/>
                <a:ea typeface="Arial"/>
                <a:cs typeface="Arial"/>
              </a:rPr>
              <a:t>Fine-tune YOLOv8n</a:t>
            </a:r>
          </a:p>
        </p:txBody>
      </p:sp>
      <p:sp>
        <p:nvSpPr>
          <p:cNvPr id="4" name="">
            <a:extLst xmlns:a="http://schemas.openxmlformats.org/drawingml/2006/main">
              <a:ext uri="{FF2B5EF4-FFF2-40B4-BE49-F238E27FC236}">
                <a16:creationId xmlns:a16="http://schemas.microsoft.com/office/drawing/2014/main" id="{0FA9D3FB-A56B-44B6-9F31-5E1D8BBAC6F8}"/>
              </a:ext>
            </a:extLst>
          </p:cNvPr>
          <p:cNvSpPr>
            <a:spLocks xmlns:a="http://schemas.openxmlformats.org/drawingml/2006/main" noGrp="1"/>
          </p:cNvSpPr>
          <p:nvPr/>
        </p:nvSpPr>
        <p:spPr>
          <a:xfrm xmlns:a="http://schemas.openxmlformats.org/drawingml/2006/main">
            <a:off x="952500" y="4429125"/>
            <a:ext cx="238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00" b="1">
                <a:solidFill>
                  <a:srgbClr val="007A58"/>
                </a:solidFill>
                <a:latin typeface="Arial"/>
                <a:ea typeface="Arial"/>
                <a:cs typeface="Arial"/>
              </a:defRPr>
            </a:defPPr>
            <a:lvl1pPr algn="l">
              <a:defRPr sz="2400" b="1">
                <a:solidFill>
                  <a:srgbClr val="007A58"/>
                </a:solidFill>
                <a:latin typeface="Arial"/>
                <a:ea typeface="Arial"/>
                <a:cs typeface="Arial"/>
              </a:defRPr>
            </a:lvl1pPr>
            <a:lvl2pPr algn="l">
              <a:defRPr sz="2400" b="1">
                <a:solidFill>
                  <a:srgbClr val="007A58"/>
                </a:solidFill>
                <a:latin typeface="Arial"/>
                <a:ea typeface="Arial"/>
                <a:cs typeface="Arial"/>
              </a:defRPr>
            </a:lvl2pPr>
            <a:lvl3pPr algn="l">
              <a:defRPr sz="2400" b="1">
                <a:solidFill>
                  <a:srgbClr val="007A58"/>
                </a:solidFill>
                <a:latin typeface="Arial"/>
                <a:ea typeface="Arial"/>
                <a:cs typeface="Arial"/>
              </a:defRPr>
            </a:lvl3pPr>
            <a:lvl4pPr algn="l">
              <a:defRPr sz="2400" b="1">
                <a:solidFill>
                  <a:srgbClr val="007A58"/>
                </a:solidFill>
                <a:latin typeface="Arial"/>
                <a:ea typeface="Arial"/>
                <a:cs typeface="Arial"/>
              </a:defRPr>
            </a:lvl4pPr>
            <a:lvl5pPr algn="l">
              <a:defRPr sz="2400" b="1">
                <a:solidFill>
                  <a:srgbClr val="007A58"/>
                </a:solidFill>
                <a:latin typeface="Arial"/>
                <a:ea typeface="Arial"/>
                <a:cs typeface="Arial"/>
              </a:defRPr>
            </a:lvl5pPr>
            <a:lvl6pPr algn="l">
              <a:defRPr sz="2400" b="1">
                <a:solidFill>
                  <a:srgbClr val="007A58"/>
                </a:solidFill>
                <a:latin typeface="Arial"/>
                <a:ea typeface="Arial"/>
                <a:cs typeface="Arial"/>
              </a:defRPr>
            </a:lvl6pPr>
            <a:lvl7pPr algn="l">
              <a:defRPr sz="2400" b="1">
                <a:solidFill>
                  <a:srgbClr val="007A58"/>
                </a:solidFill>
                <a:latin typeface="Arial"/>
                <a:ea typeface="Arial"/>
                <a:cs typeface="Arial"/>
              </a:defRPr>
            </a:lvl7pPr>
            <a:lvl8pPr algn="l">
              <a:defRPr sz="2400" b="1">
                <a:solidFill>
                  <a:srgbClr val="007A58"/>
                </a:solidFill>
                <a:latin typeface="Arial"/>
                <a:ea typeface="Arial"/>
                <a:cs typeface="Arial"/>
              </a:defRPr>
            </a:lvl8pPr>
            <a:lvl9pPr algn="l">
              <a:defRPr sz="2400" b="1">
                <a:solidFill>
                  <a:srgbClr val="007A58"/>
                </a:solidFill>
                <a:latin typeface="Arial"/>
                <a:ea typeface="Arial"/>
                <a:cs typeface="Arial"/>
              </a:defRPr>
            </a:lvl9pPr>
          </a:lstStyle>
          <a:p xmlns:a="http://schemas.openxmlformats.org/drawingml/2006/main">
            <a:pPr algn="l">
              <a:defRPr sz="2400" b="1">
                <a:solidFill>
                  <a:srgbClr val="007A58"/>
                </a:solidFill>
                <a:latin typeface="Arial"/>
                <a:ea typeface="Arial"/>
                <a:cs typeface="Arial"/>
              </a:defRPr>
            </a:pPr>
            <a:r>
              <a:rPr sz="2400" b="1">
                <a:solidFill>
                  <a:srgbClr val="007A58"/>
                </a:solidFill>
                <a:latin typeface="Arial"/>
                <a:ea typeface="Arial"/>
                <a:cs typeface="Arial"/>
              </a:rPr>
              <a:t>•</a:t>
            </a:r>
          </a:p>
        </p:txBody>
      </p:sp>
      <p:sp>
        <p:nvSpPr>
          <p:cNvPr id="5" name="">
            <a:extLst xmlns:a="http://schemas.openxmlformats.org/drawingml/2006/main">
              <a:ext uri="{FF2B5EF4-FFF2-40B4-BE49-F238E27FC236}">
                <a16:creationId xmlns:a16="http://schemas.microsoft.com/office/drawing/2014/main" id="{EBFEDE6D-0B5B-4F3E-97DF-10BC8CA4D157}"/>
              </a:ext>
            </a:extLst>
          </p:cNvPr>
          <p:cNvSpPr>
            <a:spLocks xmlns:a="http://schemas.openxmlformats.org/drawingml/2006/main" noGrp="1"/>
          </p:cNvSpPr>
          <p:nvPr/>
        </p:nvSpPr>
        <p:spPr>
          <a:xfrm xmlns:a="http://schemas.openxmlformats.org/drawingml/2006/main">
            <a:off x="1295400" y="4429125"/>
            <a:ext cx="73247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0">
                <a:solidFill>
                  <a:srgbClr val="000000"/>
                </a:solidFill>
                <a:latin typeface="Arial"/>
                <a:ea typeface="Arial"/>
                <a:cs typeface="Arial"/>
              </a:defRPr>
            </a:defPPr>
            <a:lvl1pPr algn="l">
              <a:defRPr sz="2025" b="0">
                <a:solidFill>
                  <a:srgbClr val="000000"/>
                </a:solidFill>
                <a:latin typeface="Arial"/>
                <a:ea typeface="Arial"/>
                <a:cs typeface="Arial"/>
              </a:defRPr>
            </a:lvl1pPr>
            <a:lvl2pPr algn="l">
              <a:defRPr sz="2025" b="0">
                <a:solidFill>
                  <a:srgbClr val="000000"/>
                </a:solidFill>
                <a:latin typeface="Arial"/>
                <a:ea typeface="Arial"/>
                <a:cs typeface="Arial"/>
              </a:defRPr>
            </a:lvl2pPr>
            <a:lvl3pPr algn="l">
              <a:defRPr sz="2025" b="0">
                <a:solidFill>
                  <a:srgbClr val="000000"/>
                </a:solidFill>
                <a:latin typeface="Arial"/>
                <a:ea typeface="Arial"/>
                <a:cs typeface="Arial"/>
              </a:defRPr>
            </a:lvl3pPr>
            <a:lvl4pPr algn="l">
              <a:defRPr sz="2025" b="0">
                <a:solidFill>
                  <a:srgbClr val="000000"/>
                </a:solidFill>
                <a:latin typeface="Arial"/>
                <a:ea typeface="Arial"/>
                <a:cs typeface="Arial"/>
              </a:defRPr>
            </a:lvl4pPr>
            <a:lvl5pPr algn="l">
              <a:defRPr sz="2025" b="0">
                <a:solidFill>
                  <a:srgbClr val="000000"/>
                </a:solidFill>
                <a:latin typeface="Arial"/>
                <a:ea typeface="Arial"/>
                <a:cs typeface="Arial"/>
              </a:defRPr>
            </a:lvl5pPr>
            <a:lvl6pPr algn="l">
              <a:defRPr sz="2025" b="0">
                <a:solidFill>
                  <a:srgbClr val="000000"/>
                </a:solidFill>
                <a:latin typeface="Arial"/>
                <a:ea typeface="Arial"/>
                <a:cs typeface="Arial"/>
              </a:defRPr>
            </a:lvl6pPr>
            <a:lvl7pPr algn="l">
              <a:defRPr sz="2025" b="0">
                <a:solidFill>
                  <a:srgbClr val="000000"/>
                </a:solidFill>
                <a:latin typeface="Arial"/>
                <a:ea typeface="Arial"/>
                <a:cs typeface="Arial"/>
              </a:defRPr>
            </a:lvl7pPr>
            <a:lvl8pPr algn="l">
              <a:defRPr sz="2025" b="0">
                <a:solidFill>
                  <a:srgbClr val="000000"/>
                </a:solidFill>
                <a:latin typeface="Arial"/>
                <a:ea typeface="Arial"/>
                <a:cs typeface="Arial"/>
              </a:defRPr>
            </a:lvl8pPr>
            <a:lvl9pPr algn="l">
              <a:defRPr sz="2025" b="0">
                <a:solidFill>
                  <a:srgbClr val="000000"/>
                </a:solidFill>
                <a:latin typeface="Arial"/>
                <a:ea typeface="Arial"/>
                <a:cs typeface="Arial"/>
              </a:defRPr>
            </a:lvl9pPr>
          </a:lstStyle>
          <a:p xmlns:a="http://schemas.openxmlformats.org/drawingml/2006/main">
            <a:pPr algn="l">
              <a:defRPr sz="2025" b="0">
                <a:solidFill>
                  <a:srgbClr val="000000"/>
                </a:solidFill>
                <a:latin typeface="Arial"/>
                <a:ea typeface="Arial"/>
                <a:cs typeface="Arial"/>
              </a:defRPr>
            </a:pPr>
            <a:r>
              <a:rPr sz="2025" b="0">
                <a:solidFill>
                  <a:srgbClr val="000000"/>
                </a:solidFill>
                <a:latin typeface="Arial"/>
                <a:ea typeface="Arial"/>
                <a:cs typeface="Arial"/>
              </a:rPr>
              <a:t>Khởi tạo từ yolov8n.pt; huấn luyện 100 epoch trên Kaggle Tesla T4.</a:t>
            </a:r>
          </a:p>
        </p:txBody>
      </p:sp>
      <p:sp>
        <p:nvSpPr>
          <p:cNvPr id="6" name="">
            <a:extLst xmlns:a="http://schemas.openxmlformats.org/drawingml/2006/main">
              <a:ext uri="{FF2B5EF4-FFF2-40B4-BE49-F238E27FC236}">
                <a16:creationId xmlns:a16="http://schemas.microsoft.com/office/drawing/2014/main" id="{E601A7EB-2DD2-4245-943C-2349FC6CE533}"/>
              </a:ext>
            </a:extLst>
          </p:cNvPr>
          <p:cNvSpPr>
            <a:spLocks xmlns:a="http://schemas.openxmlformats.org/drawingml/2006/main" noGrp="1"/>
          </p:cNvSpPr>
          <p:nvPr/>
        </p:nvSpPr>
        <p:spPr>
          <a:xfrm xmlns:a="http://schemas.openxmlformats.org/drawingml/2006/main">
            <a:off x="952500" y="5905500"/>
            <a:ext cx="238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00" b="1">
                <a:solidFill>
                  <a:srgbClr val="007A58"/>
                </a:solidFill>
                <a:latin typeface="Arial"/>
                <a:ea typeface="Arial"/>
                <a:cs typeface="Arial"/>
              </a:defRPr>
            </a:defPPr>
            <a:lvl1pPr algn="l">
              <a:defRPr sz="2400" b="1">
                <a:solidFill>
                  <a:srgbClr val="007A58"/>
                </a:solidFill>
                <a:latin typeface="Arial"/>
                <a:ea typeface="Arial"/>
                <a:cs typeface="Arial"/>
              </a:defRPr>
            </a:lvl1pPr>
            <a:lvl2pPr algn="l">
              <a:defRPr sz="2400" b="1">
                <a:solidFill>
                  <a:srgbClr val="007A58"/>
                </a:solidFill>
                <a:latin typeface="Arial"/>
                <a:ea typeface="Arial"/>
                <a:cs typeface="Arial"/>
              </a:defRPr>
            </a:lvl2pPr>
            <a:lvl3pPr algn="l">
              <a:defRPr sz="2400" b="1">
                <a:solidFill>
                  <a:srgbClr val="007A58"/>
                </a:solidFill>
                <a:latin typeface="Arial"/>
                <a:ea typeface="Arial"/>
                <a:cs typeface="Arial"/>
              </a:defRPr>
            </a:lvl3pPr>
            <a:lvl4pPr algn="l">
              <a:defRPr sz="2400" b="1">
                <a:solidFill>
                  <a:srgbClr val="007A58"/>
                </a:solidFill>
                <a:latin typeface="Arial"/>
                <a:ea typeface="Arial"/>
                <a:cs typeface="Arial"/>
              </a:defRPr>
            </a:lvl4pPr>
            <a:lvl5pPr algn="l">
              <a:defRPr sz="2400" b="1">
                <a:solidFill>
                  <a:srgbClr val="007A58"/>
                </a:solidFill>
                <a:latin typeface="Arial"/>
                <a:ea typeface="Arial"/>
                <a:cs typeface="Arial"/>
              </a:defRPr>
            </a:lvl5pPr>
            <a:lvl6pPr algn="l">
              <a:defRPr sz="2400" b="1">
                <a:solidFill>
                  <a:srgbClr val="007A58"/>
                </a:solidFill>
                <a:latin typeface="Arial"/>
                <a:ea typeface="Arial"/>
                <a:cs typeface="Arial"/>
              </a:defRPr>
            </a:lvl6pPr>
            <a:lvl7pPr algn="l">
              <a:defRPr sz="2400" b="1">
                <a:solidFill>
                  <a:srgbClr val="007A58"/>
                </a:solidFill>
                <a:latin typeface="Arial"/>
                <a:ea typeface="Arial"/>
                <a:cs typeface="Arial"/>
              </a:defRPr>
            </a:lvl7pPr>
            <a:lvl8pPr algn="l">
              <a:defRPr sz="2400" b="1">
                <a:solidFill>
                  <a:srgbClr val="007A58"/>
                </a:solidFill>
                <a:latin typeface="Arial"/>
                <a:ea typeface="Arial"/>
                <a:cs typeface="Arial"/>
              </a:defRPr>
            </a:lvl8pPr>
            <a:lvl9pPr algn="l">
              <a:defRPr sz="2400" b="1">
                <a:solidFill>
                  <a:srgbClr val="007A58"/>
                </a:solidFill>
                <a:latin typeface="Arial"/>
                <a:ea typeface="Arial"/>
                <a:cs typeface="Arial"/>
              </a:defRPr>
            </a:lvl9pPr>
          </a:lstStyle>
          <a:p xmlns:a="http://schemas.openxmlformats.org/drawingml/2006/main">
            <a:pPr algn="l">
              <a:defRPr sz="2400" b="1">
                <a:solidFill>
                  <a:srgbClr val="007A58"/>
                </a:solidFill>
                <a:latin typeface="Arial"/>
                <a:ea typeface="Arial"/>
                <a:cs typeface="Arial"/>
              </a:defRPr>
            </a:pPr>
            <a:r>
              <a:rPr sz="2400" b="1">
                <a:solidFill>
                  <a:srgbClr val="007A58"/>
                </a:solidFill>
                <a:latin typeface="Arial"/>
                <a:ea typeface="Arial"/>
                <a:cs typeface="Arial"/>
              </a:rPr>
              <a:t>•</a:t>
            </a:r>
          </a:p>
        </p:txBody>
      </p:sp>
      <p:sp>
        <p:nvSpPr>
          <p:cNvPr id="7" name="">
            <a:extLst xmlns:a="http://schemas.openxmlformats.org/drawingml/2006/main">
              <a:ext uri="{FF2B5EF4-FFF2-40B4-BE49-F238E27FC236}">
                <a16:creationId xmlns:a16="http://schemas.microsoft.com/office/drawing/2014/main" id="{850F9B09-004A-48F2-AE17-27603033C0AA}"/>
              </a:ext>
            </a:extLst>
          </p:cNvPr>
          <p:cNvSpPr>
            <a:spLocks xmlns:a="http://schemas.openxmlformats.org/drawingml/2006/main" noGrp="1"/>
          </p:cNvSpPr>
          <p:nvPr/>
        </p:nvSpPr>
        <p:spPr>
          <a:xfrm xmlns:a="http://schemas.openxmlformats.org/drawingml/2006/main">
            <a:off x="1295400" y="5905500"/>
            <a:ext cx="73247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0">
                <a:solidFill>
                  <a:srgbClr val="000000"/>
                </a:solidFill>
                <a:latin typeface="Arial"/>
                <a:ea typeface="Arial"/>
                <a:cs typeface="Arial"/>
              </a:defRPr>
            </a:defPPr>
            <a:lvl1pPr algn="l">
              <a:defRPr sz="2025" b="0">
                <a:solidFill>
                  <a:srgbClr val="000000"/>
                </a:solidFill>
                <a:latin typeface="Arial"/>
                <a:ea typeface="Arial"/>
                <a:cs typeface="Arial"/>
              </a:defRPr>
            </a:lvl1pPr>
            <a:lvl2pPr algn="l">
              <a:defRPr sz="2025" b="0">
                <a:solidFill>
                  <a:srgbClr val="000000"/>
                </a:solidFill>
                <a:latin typeface="Arial"/>
                <a:ea typeface="Arial"/>
                <a:cs typeface="Arial"/>
              </a:defRPr>
            </a:lvl2pPr>
            <a:lvl3pPr algn="l">
              <a:defRPr sz="2025" b="0">
                <a:solidFill>
                  <a:srgbClr val="000000"/>
                </a:solidFill>
                <a:latin typeface="Arial"/>
                <a:ea typeface="Arial"/>
                <a:cs typeface="Arial"/>
              </a:defRPr>
            </a:lvl3pPr>
            <a:lvl4pPr algn="l">
              <a:defRPr sz="2025" b="0">
                <a:solidFill>
                  <a:srgbClr val="000000"/>
                </a:solidFill>
                <a:latin typeface="Arial"/>
                <a:ea typeface="Arial"/>
                <a:cs typeface="Arial"/>
              </a:defRPr>
            </a:lvl4pPr>
            <a:lvl5pPr algn="l">
              <a:defRPr sz="2025" b="0">
                <a:solidFill>
                  <a:srgbClr val="000000"/>
                </a:solidFill>
                <a:latin typeface="Arial"/>
                <a:ea typeface="Arial"/>
                <a:cs typeface="Arial"/>
              </a:defRPr>
            </a:lvl5pPr>
            <a:lvl6pPr algn="l">
              <a:defRPr sz="2025" b="0">
                <a:solidFill>
                  <a:srgbClr val="000000"/>
                </a:solidFill>
                <a:latin typeface="Arial"/>
                <a:ea typeface="Arial"/>
                <a:cs typeface="Arial"/>
              </a:defRPr>
            </a:lvl6pPr>
            <a:lvl7pPr algn="l">
              <a:defRPr sz="2025" b="0">
                <a:solidFill>
                  <a:srgbClr val="000000"/>
                </a:solidFill>
                <a:latin typeface="Arial"/>
                <a:ea typeface="Arial"/>
                <a:cs typeface="Arial"/>
              </a:defRPr>
            </a:lvl7pPr>
            <a:lvl8pPr algn="l">
              <a:defRPr sz="2025" b="0">
                <a:solidFill>
                  <a:srgbClr val="000000"/>
                </a:solidFill>
                <a:latin typeface="Arial"/>
                <a:ea typeface="Arial"/>
                <a:cs typeface="Arial"/>
              </a:defRPr>
            </a:lvl8pPr>
            <a:lvl9pPr algn="l">
              <a:defRPr sz="2025" b="0">
                <a:solidFill>
                  <a:srgbClr val="000000"/>
                </a:solidFill>
                <a:latin typeface="Arial"/>
                <a:ea typeface="Arial"/>
                <a:cs typeface="Arial"/>
              </a:defRPr>
            </a:lvl9pPr>
          </a:lstStyle>
          <a:p xmlns:a="http://schemas.openxmlformats.org/drawingml/2006/main">
            <a:pPr algn="l">
              <a:defRPr sz="2025" b="0">
                <a:solidFill>
                  <a:srgbClr val="000000"/>
                </a:solidFill>
                <a:latin typeface="Arial"/>
                <a:ea typeface="Arial"/>
                <a:cs typeface="Arial"/>
              </a:defRPr>
            </a:pPr>
            <a:r>
              <a:rPr sz="2025" b="0">
                <a:solidFill>
                  <a:srgbClr val="000000"/>
                </a:solidFill>
                <a:latin typeface="Arial"/>
                <a:ea typeface="Arial"/>
                <a:cs typeface="Arial"/>
              </a:rPr>
              <a:t>Dùng toàn bộ tập train, batch 16 và ảnh đầu vào 640 × 640.</a:t>
            </a:r>
          </a:p>
        </p:txBody>
      </p:sp>
      <p:sp>
        <p:nvSpPr>
          <p:cNvPr id="8" name="">
            <a:extLst xmlns:a="http://schemas.openxmlformats.org/drawingml/2006/main">
              <a:ext uri="{FF2B5EF4-FFF2-40B4-BE49-F238E27FC236}">
                <a16:creationId xmlns:a16="http://schemas.microsoft.com/office/drawing/2014/main" id="{C4FB5213-DD63-491C-A4CF-B0CD241FAD94}"/>
              </a:ext>
            </a:extLst>
          </p:cNvPr>
          <p:cNvSpPr>
            <a:spLocks xmlns:a="http://schemas.openxmlformats.org/drawingml/2006/main" noGrp="1"/>
          </p:cNvSpPr>
          <p:nvPr/>
        </p:nvSpPr>
        <p:spPr>
          <a:xfrm xmlns:a="http://schemas.openxmlformats.org/drawingml/2006/main">
            <a:off x="952500" y="7381875"/>
            <a:ext cx="238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00" b="1">
                <a:solidFill>
                  <a:srgbClr val="007A58"/>
                </a:solidFill>
                <a:latin typeface="Arial"/>
                <a:ea typeface="Arial"/>
                <a:cs typeface="Arial"/>
              </a:defRPr>
            </a:defPPr>
            <a:lvl1pPr algn="l">
              <a:defRPr sz="2400" b="1">
                <a:solidFill>
                  <a:srgbClr val="007A58"/>
                </a:solidFill>
                <a:latin typeface="Arial"/>
                <a:ea typeface="Arial"/>
                <a:cs typeface="Arial"/>
              </a:defRPr>
            </a:lvl1pPr>
            <a:lvl2pPr algn="l">
              <a:defRPr sz="2400" b="1">
                <a:solidFill>
                  <a:srgbClr val="007A58"/>
                </a:solidFill>
                <a:latin typeface="Arial"/>
                <a:ea typeface="Arial"/>
                <a:cs typeface="Arial"/>
              </a:defRPr>
            </a:lvl2pPr>
            <a:lvl3pPr algn="l">
              <a:defRPr sz="2400" b="1">
                <a:solidFill>
                  <a:srgbClr val="007A58"/>
                </a:solidFill>
                <a:latin typeface="Arial"/>
                <a:ea typeface="Arial"/>
                <a:cs typeface="Arial"/>
              </a:defRPr>
            </a:lvl3pPr>
            <a:lvl4pPr algn="l">
              <a:defRPr sz="2400" b="1">
                <a:solidFill>
                  <a:srgbClr val="007A58"/>
                </a:solidFill>
                <a:latin typeface="Arial"/>
                <a:ea typeface="Arial"/>
                <a:cs typeface="Arial"/>
              </a:defRPr>
            </a:lvl4pPr>
            <a:lvl5pPr algn="l">
              <a:defRPr sz="2400" b="1">
                <a:solidFill>
                  <a:srgbClr val="007A58"/>
                </a:solidFill>
                <a:latin typeface="Arial"/>
                <a:ea typeface="Arial"/>
                <a:cs typeface="Arial"/>
              </a:defRPr>
            </a:lvl5pPr>
            <a:lvl6pPr algn="l">
              <a:defRPr sz="2400" b="1">
                <a:solidFill>
                  <a:srgbClr val="007A58"/>
                </a:solidFill>
                <a:latin typeface="Arial"/>
                <a:ea typeface="Arial"/>
                <a:cs typeface="Arial"/>
              </a:defRPr>
            </a:lvl6pPr>
            <a:lvl7pPr algn="l">
              <a:defRPr sz="2400" b="1">
                <a:solidFill>
                  <a:srgbClr val="007A58"/>
                </a:solidFill>
                <a:latin typeface="Arial"/>
                <a:ea typeface="Arial"/>
                <a:cs typeface="Arial"/>
              </a:defRPr>
            </a:lvl7pPr>
            <a:lvl8pPr algn="l">
              <a:defRPr sz="2400" b="1">
                <a:solidFill>
                  <a:srgbClr val="007A58"/>
                </a:solidFill>
                <a:latin typeface="Arial"/>
                <a:ea typeface="Arial"/>
                <a:cs typeface="Arial"/>
              </a:defRPr>
            </a:lvl8pPr>
            <a:lvl9pPr algn="l">
              <a:defRPr sz="2400" b="1">
                <a:solidFill>
                  <a:srgbClr val="007A58"/>
                </a:solidFill>
                <a:latin typeface="Arial"/>
                <a:ea typeface="Arial"/>
                <a:cs typeface="Arial"/>
              </a:defRPr>
            </a:lvl9pPr>
          </a:lstStyle>
          <a:p xmlns:a="http://schemas.openxmlformats.org/drawingml/2006/main">
            <a:pPr algn="l">
              <a:defRPr sz="2400" b="1">
                <a:solidFill>
                  <a:srgbClr val="007A58"/>
                </a:solidFill>
                <a:latin typeface="Arial"/>
                <a:ea typeface="Arial"/>
                <a:cs typeface="Arial"/>
              </a:defRPr>
            </a:pPr>
            <a:r>
              <a:rPr sz="2400" b="1">
                <a:solidFill>
                  <a:srgbClr val="007A58"/>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81553C74-36D7-4696-AC28-F36D221A299D}"/>
              </a:ext>
            </a:extLst>
          </p:cNvPr>
          <p:cNvSpPr>
            <a:spLocks xmlns:a="http://schemas.openxmlformats.org/drawingml/2006/main" noGrp="1"/>
          </p:cNvSpPr>
          <p:nvPr/>
        </p:nvSpPr>
        <p:spPr>
          <a:xfrm xmlns:a="http://schemas.openxmlformats.org/drawingml/2006/main">
            <a:off x="1295400" y="7381875"/>
            <a:ext cx="73247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0">
                <a:solidFill>
                  <a:srgbClr val="000000"/>
                </a:solidFill>
                <a:latin typeface="Arial"/>
                <a:ea typeface="Arial"/>
                <a:cs typeface="Arial"/>
              </a:defRPr>
            </a:defPPr>
            <a:lvl1pPr algn="l">
              <a:defRPr sz="2025" b="0">
                <a:solidFill>
                  <a:srgbClr val="000000"/>
                </a:solidFill>
                <a:latin typeface="Arial"/>
                <a:ea typeface="Arial"/>
                <a:cs typeface="Arial"/>
              </a:defRPr>
            </a:lvl1pPr>
            <a:lvl2pPr algn="l">
              <a:defRPr sz="2025" b="0">
                <a:solidFill>
                  <a:srgbClr val="000000"/>
                </a:solidFill>
                <a:latin typeface="Arial"/>
                <a:ea typeface="Arial"/>
                <a:cs typeface="Arial"/>
              </a:defRPr>
            </a:lvl2pPr>
            <a:lvl3pPr algn="l">
              <a:defRPr sz="2025" b="0">
                <a:solidFill>
                  <a:srgbClr val="000000"/>
                </a:solidFill>
                <a:latin typeface="Arial"/>
                <a:ea typeface="Arial"/>
                <a:cs typeface="Arial"/>
              </a:defRPr>
            </a:lvl3pPr>
            <a:lvl4pPr algn="l">
              <a:defRPr sz="2025" b="0">
                <a:solidFill>
                  <a:srgbClr val="000000"/>
                </a:solidFill>
                <a:latin typeface="Arial"/>
                <a:ea typeface="Arial"/>
                <a:cs typeface="Arial"/>
              </a:defRPr>
            </a:lvl4pPr>
            <a:lvl5pPr algn="l">
              <a:defRPr sz="2025" b="0">
                <a:solidFill>
                  <a:srgbClr val="000000"/>
                </a:solidFill>
                <a:latin typeface="Arial"/>
                <a:ea typeface="Arial"/>
                <a:cs typeface="Arial"/>
              </a:defRPr>
            </a:lvl5pPr>
            <a:lvl6pPr algn="l">
              <a:defRPr sz="2025" b="0">
                <a:solidFill>
                  <a:srgbClr val="000000"/>
                </a:solidFill>
                <a:latin typeface="Arial"/>
                <a:ea typeface="Arial"/>
                <a:cs typeface="Arial"/>
              </a:defRPr>
            </a:lvl6pPr>
            <a:lvl7pPr algn="l">
              <a:defRPr sz="2025" b="0">
                <a:solidFill>
                  <a:srgbClr val="000000"/>
                </a:solidFill>
                <a:latin typeface="Arial"/>
                <a:ea typeface="Arial"/>
                <a:cs typeface="Arial"/>
              </a:defRPr>
            </a:lvl7pPr>
            <a:lvl8pPr algn="l">
              <a:defRPr sz="2025" b="0">
                <a:solidFill>
                  <a:srgbClr val="000000"/>
                </a:solidFill>
                <a:latin typeface="Arial"/>
                <a:ea typeface="Arial"/>
                <a:cs typeface="Arial"/>
              </a:defRPr>
            </a:lvl8pPr>
            <a:lvl9pPr algn="l">
              <a:defRPr sz="2025" b="0">
                <a:solidFill>
                  <a:srgbClr val="000000"/>
                </a:solidFill>
                <a:latin typeface="Arial"/>
                <a:ea typeface="Arial"/>
                <a:cs typeface="Arial"/>
              </a:defRPr>
            </a:lvl9pPr>
          </a:lstStyle>
          <a:p xmlns:a="http://schemas.openxmlformats.org/drawingml/2006/main">
            <a:pPr algn="l">
              <a:defRPr sz="2025" b="0">
                <a:solidFill>
                  <a:srgbClr val="000000"/>
                </a:solidFill>
                <a:latin typeface="Arial"/>
                <a:ea typeface="Arial"/>
                <a:cs typeface="Arial"/>
              </a:defRPr>
            </a:pPr>
            <a:r>
              <a:rPr sz="2025" b="0">
                <a:solidFill>
                  <a:srgbClr val="000000"/>
                </a:solidFill>
                <a:latin typeface="Arial"/>
                <a:ea typeface="Arial"/>
                <a:cs typeface="Arial"/>
              </a:rPr>
              <a:t>Chương trình video dùng fire_smoke_v2_best.pt.</a:t>
            </a:r>
          </a:p>
        </p:txBody>
      </p:sp>
      <p:sp>
        <p:nvSpPr>
          <p:cNvPr id="10" name="">
            <a:extLst xmlns:a="http://schemas.openxmlformats.org/drawingml/2006/main">
              <a:ext uri="{FF2B5EF4-FFF2-40B4-BE49-F238E27FC236}">
                <a16:creationId xmlns:a16="http://schemas.microsoft.com/office/drawing/2014/main" id="{2E0C51CC-EC23-4D31-A0CE-9BCC0FC11D98}"/>
              </a:ext>
            </a:extLst>
          </p:cNvPr>
          <p:cNvSpPr>
            <a:spLocks xmlns:a="http://schemas.openxmlformats.org/drawingml/2006/main" noGrp="1"/>
          </p:cNvSpPr>
          <p:nvPr/>
        </p:nvSpPr>
        <p:spPr>
          <a:xfrm xmlns:a="http://schemas.openxmlformats.org/drawingml/2006/main">
            <a:off x="9286875" y="2602111"/>
            <a:ext cx="8991600" cy="5082778"/>
          </a:xfrm>
          <a:prstGeom xmlns:a="http://schemas.openxmlformats.org/drawingml/2006/main" prst="roundRect">
            <a:avLst>
              <a:gd name="adj" fmla="val 1165"/>
            </a:avLst>
          </a:prstGeom>
          <a:solidFill xmlns:a="http://schemas.openxmlformats.org/drawingml/2006/main">
            <a:srgbClr val="FFFFFF"/>
          </a:solidFill>
          <a:ln xmlns:a="http://schemas.openxmlformats.org/drawingml/2006/main" w="14288">
            <a:solidFill>
              <a:srgbClr val="D9E1E8"/>
            </a:solidFill>
            <a:prstDash val="solid"/>
          </a:ln>
        </p:spPr>
      </p:sp>
      <p:pic>
        <p:nvPicPr>
          <p:cNvPr id="11" name="">
            <a:extLst xmlns:a="http://schemas.openxmlformats.org/drawingml/2006/main">
              <a:ext uri="{FF2B5EF4-FFF2-40B4-BE49-F238E27FC236}">
                <a16:creationId xmlns:a16="http://schemas.microsoft.com/office/drawing/2014/main" id="{D011F316-BEC0-4C6F-90C4-2288FFE3AAAE}"/>
              </a:ext>
            </a:extLst>
          </p:cNvPr>
          <p:cNvPicPr>
            <a:picLocks xmlns:a="http://schemas.openxmlformats.org/drawingml/2006/main" noChangeAspect="1"/>
          </p:cNvPicPr>
          <p:nvPr/>
        </p:nvPicPr>
        <p:blipFill>
          <a:blip xmlns:r="http://schemas.openxmlformats.org/officeDocument/2006/relationships" xmlns:a="http://schemas.openxmlformats.org/drawingml/2006/main" r:embed="R03f92947347d4290"/>
          <a:srcRect xmlns:a="http://schemas.openxmlformats.org/drawingml/2006/main" l="0" t="0" r="0" b="0"/>
          <a:stretch xmlns:a="http://schemas.openxmlformats.org/drawingml/2006/main"/>
        </p:blipFill>
        <p:spPr>
          <a:xfrm xmlns:a="http://schemas.openxmlformats.org/drawingml/2006/main">
            <a:off x="9315450" y="2630686"/>
            <a:ext cx="8934450" cy="5025628"/>
          </a:xfrm>
          <a:prstGeom xmlns:a="http://schemas.openxmlformats.org/drawingml/2006/main" prst="roundRect">
            <a:avLst>
              <a:gd name="adj" fmla="val 1066"/>
            </a:avLst>
          </a:prstGeom>
        </p:spPr>
      </p:pic>
    </p:spTree>
    <p:extLst>
      <p:ext uri="{BB962C8B-B14F-4D97-AF65-F5344CB8AC3E}">
        <p14:creationId xmlns:p14="http://schemas.microsoft.com/office/powerpoint/2010/main" val="159164528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EC35D8E-3CD5-4098-B2BC-435B9943E588}"/>
              </a:ext>
            </a:extLst>
          </p:cNvPr>
          <p:cNvSpPr>
            <a:spLocks xmlns:a="http://schemas.openxmlformats.org/drawingml/2006/main" noGrp="1"/>
          </p:cNvSpPr>
          <p:nvPr/>
        </p:nvSpPr>
        <p:spPr>
          <a:xfrm xmlns:a="http://schemas.openxmlformats.org/drawingml/2006/main">
            <a:off x="876300" y="838200"/>
            <a:ext cx="76200" cy="819150"/>
          </a:xfrm>
          <a:prstGeom xmlns:a="http://schemas.openxmlformats.org/drawingml/2006/main" prst="rect">
            <a:avLst/>
          </a:prstGeom>
          <a:solidFill xmlns:a="http://schemas.openxmlformats.org/drawingml/2006/main">
            <a:srgbClr val="007A5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CCD017D-ED5F-426F-B8EF-D7B4D228D413}"/>
              </a:ext>
            </a:extLst>
          </p:cNvPr>
          <p:cNvSpPr>
            <a:spLocks xmlns:a="http://schemas.openxmlformats.org/drawingml/2006/main" noGrp="1"/>
          </p:cNvSpPr>
          <p:nvPr/>
        </p:nvSpPr>
        <p:spPr>
          <a:xfrm xmlns:a="http://schemas.openxmlformats.org/drawingml/2006/main">
            <a:off x="1095375" y="819150"/>
            <a:ext cx="14287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050" b="0">
                <a:solidFill>
                  <a:srgbClr val="000000"/>
                </a:solidFill>
                <a:latin typeface="Arial"/>
                <a:ea typeface="Arial"/>
                <a:cs typeface="Arial"/>
              </a:defRPr>
            </a:defPPr>
            <a:lvl1pPr algn="l">
              <a:defRPr sz="4050" b="0">
                <a:solidFill>
                  <a:srgbClr val="000000"/>
                </a:solidFill>
                <a:latin typeface="Arial"/>
                <a:ea typeface="Arial"/>
                <a:cs typeface="Arial"/>
              </a:defRPr>
            </a:lvl1pPr>
            <a:lvl2pPr algn="l">
              <a:defRPr sz="4050" b="0">
                <a:solidFill>
                  <a:srgbClr val="000000"/>
                </a:solidFill>
                <a:latin typeface="Arial"/>
                <a:ea typeface="Arial"/>
                <a:cs typeface="Arial"/>
              </a:defRPr>
            </a:lvl2pPr>
            <a:lvl3pPr algn="l">
              <a:defRPr sz="4050" b="0">
                <a:solidFill>
                  <a:srgbClr val="000000"/>
                </a:solidFill>
                <a:latin typeface="Arial"/>
                <a:ea typeface="Arial"/>
                <a:cs typeface="Arial"/>
              </a:defRPr>
            </a:lvl3pPr>
            <a:lvl4pPr algn="l">
              <a:defRPr sz="4050" b="0">
                <a:solidFill>
                  <a:srgbClr val="000000"/>
                </a:solidFill>
                <a:latin typeface="Arial"/>
                <a:ea typeface="Arial"/>
                <a:cs typeface="Arial"/>
              </a:defRPr>
            </a:lvl4pPr>
            <a:lvl5pPr algn="l">
              <a:defRPr sz="4050" b="0">
                <a:solidFill>
                  <a:srgbClr val="000000"/>
                </a:solidFill>
                <a:latin typeface="Arial"/>
                <a:ea typeface="Arial"/>
                <a:cs typeface="Arial"/>
              </a:defRPr>
            </a:lvl5pPr>
            <a:lvl6pPr algn="l">
              <a:defRPr sz="4050" b="0">
                <a:solidFill>
                  <a:srgbClr val="000000"/>
                </a:solidFill>
                <a:latin typeface="Arial"/>
                <a:ea typeface="Arial"/>
                <a:cs typeface="Arial"/>
              </a:defRPr>
            </a:lvl6pPr>
            <a:lvl7pPr algn="l">
              <a:defRPr sz="4050" b="0">
                <a:solidFill>
                  <a:srgbClr val="000000"/>
                </a:solidFill>
                <a:latin typeface="Arial"/>
                <a:ea typeface="Arial"/>
                <a:cs typeface="Arial"/>
              </a:defRPr>
            </a:lvl7pPr>
            <a:lvl8pPr algn="l">
              <a:defRPr sz="4050" b="0">
                <a:solidFill>
                  <a:srgbClr val="000000"/>
                </a:solidFill>
                <a:latin typeface="Arial"/>
                <a:ea typeface="Arial"/>
                <a:cs typeface="Arial"/>
              </a:defRPr>
            </a:lvl8pPr>
            <a:lvl9pPr algn="l">
              <a:defRPr sz="4050" b="0">
                <a:solidFill>
                  <a:srgbClr val="000000"/>
                </a:solidFill>
                <a:latin typeface="Arial"/>
                <a:ea typeface="Arial"/>
                <a:cs typeface="Arial"/>
              </a:defRPr>
            </a:lvl9pPr>
          </a:lstStyle>
          <a:p xmlns:a="http://schemas.openxmlformats.org/drawingml/2006/main">
            <a:pPr algn="l">
              <a:defRPr sz="4050" b="0">
                <a:solidFill>
                  <a:srgbClr val="000000"/>
                </a:solidFill>
                <a:latin typeface="Arial"/>
                <a:ea typeface="Arial"/>
                <a:cs typeface="Arial"/>
              </a:defRPr>
            </a:pPr>
            <a:r>
              <a:rPr sz="4050" b="0">
                <a:solidFill>
                  <a:srgbClr val="000000"/>
                </a:solidFill>
                <a:latin typeface="Arial"/>
                <a:ea typeface="Arial"/>
                <a:cs typeface="Arial"/>
              </a:rPr>
              <a:t>Kiểm Tra Chuyển Động Khói</a:t>
            </a:r>
          </a:p>
        </p:txBody>
      </p:sp>
      <p:sp>
        <p:nvSpPr>
          <p:cNvPr id="3" name="">
            <a:extLst xmlns:a="http://schemas.openxmlformats.org/drawingml/2006/main">
              <a:ext uri="{FF2B5EF4-FFF2-40B4-BE49-F238E27FC236}">
                <a16:creationId xmlns:a16="http://schemas.microsoft.com/office/drawing/2014/main" id="{6054D0F7-1B26-48F9-9FE1-48F030ECA35F}"/>
              </a:ext>
            </a:extLst>
          </p:cNvPr>
          <p:cNvSpPr>
            <a:spLocks xmlns:a="http://schemas.openxmlformats.org/drawingml/2006/main" noGrp="1"/>
          </p:cNvSpPr>
          <p:nvPr/>
        </p:nvSpPr>
        <p:spPr>
          <a:xfrm xmlns:a="http://schemas.openxmlformats.org/drawingml/2006/main">
            <a:off x="1762125" y="3209925"/>
            <a:ext cx="6248400" cy="4629150"/>
          </a:xfrm>
          <a:prstGeom xmlns:a="http://schemas.openxmlformats.org/drawingml/2006/main" prst="roundRect">
            <a:avLst>
              <a:gd name="adj" fmla="val 2263"/>
            </a:avLst>
          </a:prstGeom>
          <a:solidFill xmlns:a="http://schemas.openxmlformats.org/drawingml/2006/main">
            <a:srgbClr val="FFFFFF"/>
          </a:solidFill>
          <a:ln xmlns:a="http://schemas.openxmlformats.org/drawingml/2006/main" w="14288">
            <a:solidFill>
              <a:srgbClr val="D9E1E8"/>
            </a:solidFill>
            <a:prstDash val="solid"/>
          </a:ln>
        </p:spPr>
      </p:sp>
      <p:pic>
        <p:nvPicPr>
          <p:cNvPr id="4" name="">
            <a:extLst xmlns:a="http://schemas.openxmlformats.org/drawingml/2006/main">
              <a:ext uri="{FF2B5EF4-FFF2-40B4-BE49-F238E27FC236}">
                <a16:creationId xmlns:a16="http://schemas.microsoft.com/office/drawing/2014/main" id="{53BAC8A5-1670-48BB-95C4-AE7AA83831BC}"/>
              </a:ext>
            </a:extLst>
          </p:cNvPr>
          <p:cNvPicPr>
            <a:picLocks xmlns:a="http://schemas.openxmlformats.org/drawingml/2006/main" noChangeAspect="1"/>
          </p:cNvPicPr>
          <p:nvPr/>
        </p:nvPicPr>
        <p:blipFill>
          <a:blip xmlns:r="http://schemas.openxmlformats.org/officeDocument/2006/relationships" xmlns:a="http://schemas.openxmlformats.org/drawingml/2006/main" r:embed="R65e939b8dc9c4c27"/>
          <a:stretch xmlns:a="http://schemas.openxmlformats.org/drawingml/2006/main"/>
        </p:blipFill>
        <p:spPr>
          <a:xfrm xmlns:a="http://schemas.openxmlformats.org/drawingml/2006/main">
            <a:off x="1790700" y="3783211"/>
            <a:ext cx="6191250" cy="3482578"/>
          </a:xfrm>
          <a:prstGeom xmlns:a="http://schemas.openxmlformats.org/drawingml/2006/main" prst="roundRect">
            <a:avLst>
              <a:gd name="adj" fmla="val 2083"/>
            </a:avLst>
          </a:prstGeom>
        </p:spPr>
      </p:pic>
      <p:sp>
        <p:nvSpPr>
          <p:cNvPr id="5" name="">
            <a:extLst xmlns:a="http://schemas.openxmlformats.org/drawingml/2006/main">
              <a:ext uri="{FF2B5EF4-FFF2-40B4-BE49-F238E27FC236}">
                <a16:creationId xmlns:a16="http://schemas.microsoft.com/office/drawing/2014/main" id="{B1649AAD-E8BF-47D9-BD87-DF6279F34C05}"/>
              </a:ext>
            </a:extLst>
          </p:cNvPr>
          <p:cNvSpPr>
            <a:spLocks xmlns:a="http://schemas.openxmlformats.org/drawingml/2006/main" noGrp="1"/>
          </p:cNvSpPr>
          <p:nvPr/>
        </p:nvSpPr>
        <p:spPr>
          <a:xfrm xmlns:a="http://schemas.openxmlformats.org/drawingml/2006/main">
            <a:off x="9296400" y="3095625"/>
            <a:ext cx="8096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1">
                <a:solidFill>
                  <a:srgbClr val="007A58"/>
                </a:solidFill>
                <a:latin typeface="Arial"/>
                <a:ea typeface="Arial"/>
                <a:cs typeface="Arial"/>
              </a:defRPr>
            </a:defPPr>
            <a:lvl1pPr algn="l">
              <a:defRPr sz="2850" b="1">
                <a:solidFill>
                  <a:srgbClr val="007A58"/>
                </a:solidFill>
                <a:latin typeface="Arial"/>
                <a:ea typeface="Arial"/>
                <a:cs typeface="Arial"/>
              </a:defRPr>
            </a:lvl1pPr>
            <a:lvl2pPr algn="l">
              <a:defRPr sz="2850" b="1">
                <a:solidFill>
                  <a:srgbClr val="007A58"/>
                </a:solidFill>
                <a:latin typeface="Arial"/>
                <a:ea typeface="Arial"/>
                <a:cs typeface="Arial"/>
              </a:defRPr>
            </a:lvl2pPr>
            <a:lvl3pPr algn="l">
              <a:defRPr sz="2850" b="1">
                <a:solidFill>
                  <a:srgbClr val="007A58"/>
                </a:solidFill>
                <a:latin typeface="Arial"/>
                <a:ea typeface="Arial"/>
                <a:cs typeface="Arial"/>
              </a:defRPr>
            </a:lvl3pPr>
            <a:lvl4pPr algn="l">
              <a:defRPr sz="2850" b="1">
                <a:solidFill>
                  <a:srgbClr val="007A58"/>
                </a:solidFill>
                <a:latin typeface="Arial"/>
                <a:ea typeface="Arial"/>
                <a:cs typeface="Arial"/>
              </a:defRPr>
            </a:lvl4pPr>
            <a:lvl5pPr algn="l">
              <a:defRPr sz="2850" b="1">
                <a:solidFill>
                  <a:srgbClr val="007A58"/>
                </a:solidFill>
                <a:latin typeface="Arial"/>
                <a:ea typeface="Arial"/>
                <a:cs typeface="Arial"/>
              </a:defRPr>
            </a:lvl5pPr>
            <a:lvl6pPr algn="l">
              <a:defRPr sz="2850" b="1">
                <a:solidFill>
                  <a:srgbClr val="007A58"/>
                </a:solidFill>
                <a:latin typeface="Arial"/>
                <a:ea typeface="Arial"/>
                <a:cs typeface="Arial"/>
              </a:defRPr>
            </a:lvl6pPr>
            <a:lvl7pPr algn="l">
              <a:defRPr sz="2850" b="1">
                <a:solidFill>
                  <a:srgbClr val="007A58"/>
                </a:solidFill>
                <a:latin typeface="Arial"/>
                <a:ea typeface="Arial"/>
                <a:cs typeface="Arial"/>
              </a:defRPr>
            </a:lvl7pPr>
            <a:lvl8pPr algn="l">
              <a:defRPr sz="2850" b="1">
                <a:solidFill>
                  <a:srgbClr val="007A58"/>
                </a:solidFill>
                <a:latin typeface="Arial"/>
                <a:ea typeface="Arial"/>
                <a:cs typeface="Arial"/>
              </a:defRPr>
            </a:lvl8pPr>
            <a:lvl9pPr algn="l">
              <a:defRPr sz="2850" b="1">
                <a:solidFill>
                  <a:srgbClr val="007A58"/>
                </a:solidFill>
                <a:latin typeface="Arial"/>
                <a:ea typeface="Arial"/>
                <a:cs typeface="Arial"/>
              </a:defRPr>
            </a:lvl9pPr>
          </a:lstStyle>
          <a:p xmlns:a="http://schemas.openxmlformats.org/drawingml/2006/main">
            <a:pPr algn="l">
              <a:defRPr sz="2850" b="1">
                <a:solidFill>
                  <a:srgbClr val="007A58"/>
                </a:solidFill>
                <a:latin typeface="Arial"/>
                <a:ea typeface="Arial"/>
                <a:cs typeface="Arial"/>
              </a:defRPr>
            </a:pPr>
            <a:r>
              <a:rPr sz="2850" b="1">
                <a:solidFill>
                  <a:srgbClr val="007A58"/>
                </a:solidFill>
                <a:latin typeface="Arial"/>
                <a:ea typeface="Arial"/>
                <a:cs typeface="Arial"/>
              </a:rPr>
              <a:t>Optical Flow &amp; smoke_score</a:t>
            </a:r>
          </a:p>
        </p:txBody>
      </p:sp>
      <p:sp>
        <p:nvSpPr>
          <p:cNvPr id="6" name="">
            <a:extLst xmlns:a="http://schemas.openxmlformats.org/drawingml/2006/main">
              <a:ext uri="{FF2B5EF4-FFF2-40B4-BE49-F238E27FC236}">
                <a16:creationId xmlns:a16="http://schemas.microsoft.com/office/drawing/2014/main" id="{9A22EC80-87F2-4FCE-934B-F1744662BC63}"/>
              </a:ext>
            </a:extLst>
          </p:cNvPr>
          <p:cNvSpPr>
            <a:spLocks xmlns:a="http://schemas.openxmlformats.org/drawingml/2006/main" noGrp="1"/>
          </p:cNvSpPr>
          <p:nvPr/>
        </p:nvSpPr>
        <p:spPr>
          <a:xfrm xmlns:a="http://schemas.openxmlformats.org/drawingml/2006/main">
            <a:off x="9296400" y="3886200"/>
            <a:ext cx="8096250" cy="38100"/>
          </a:xfrm>
          <a:prstGeom xmlns:a="http://schemas.openxmlformats.org/drawingml/2006/main" prst="rect">
            <a:avLst/>
          </a:prstGeom>
          <a:solidFill xmlns:a="http://schemas.openxmlformats.org/drawingml/2006/main">
            <a:srgbClr val="007A5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3BF0565-5BE2-4D86-9A1E-52369A609DEE}"/>
              </a:ext>
            </a:extLst>
          </p:cNvPr>
          <p:cNvSpPr>
            <a:spLocks xmlns:a="http://schemas.openxmlformats.org/drawingml/2006/main" noGrp="1"/>
          </p:cNvSpPr>
          <p:nvPr/>
        </p:nvSpPr>
        <p:spPr>
          <a:xfrm xmlns:a="http://schemas.openxmlformats.org/drawingml/2006/main">
            <a:off x="9296400" y="4524375"/>
            <a:ext cx="8096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0">
                <a:solidFill>
                  <a:srgbClr val="000000"/>
                </a:solidFill>
                <a:latin typeface="Arial"/>
                <a:ea typeface="Arial"/>
                <a:cs typeface="Arial"/>
              </a:defRPr>
            </a:defPPr>
            <a:lvl1pPr algn="l">
              <a:defRPr sz="2100" b="0">
                <a:solidFill>
                  <a:srgbClr val="000000"/>
                </a:solidFill>
                <a:latin typeface="Arial"/>
                <a:ea typeface="Arial"/>
                <a:cs typeface="Arial"/>
              </a:defRPr>
            </a:lvl1pPr>
            <a:lvl2pPr algn="l">
              <a:defRPr sz="2100" b="0">
                <a:solidFill>
                  <a:srgbClr val="000000"/>
                </a:solidFill>
                <a:latin typeface="Arial"/>
                <a:ea typeface="Arial"/>
                <a:cs typeface="Arial"/>
              </a:defRPr>
            </a:lvl2pPr>
            <a:lvl3pPr algn="l">
              <a:defRPr sz="2100" b="0">
                <a:solidFill>
                  <a:srgbClr val="000000"/>
                </a:solidFill>
                <a:latin typeface="Arial"/>
                <a:ea typeface="Arial"/>
                <a:cs typeface="Arial"/>
              </a:defRPr>
            </a:lvl3pPr>
            <a:lvl4pPr algn="l">
              <a:defRPr sz="2100" b="0">
                <a:solidFill>
                  <a:srgbClr val="000000"/>
                </a:solidFill>
                <a:latin typeface="Arial"/>
                <a:ea typeface="Arial"/>
                <a:cs typeface="Arial"/>
              </a:defRPr>
            </a:lvl4pPr>
            <a:lvl5pPr algn="l">
              <a:defRPr sz="2100" b="0">
                <a:solidFill>
                  <a:srgbClr val="000000"/>
                </a:solidFill>
                <a:latin typeface="Arial"/>
                <a:ea typeface="Arial"/>
                <a:cs typeface="Arial"/>
              </a:defRPr>
            </a:lvl5pPr>
            <a:lvl6pPr algn="l">
              <a:defRPr sz="2100" b="0">
                <a:solidFill>
                  <a:srgbClr val="000000"/>
                </a:solidFill>
                <a:latin typeface="Arial"/>
                <a:ea typeface="Arial"/>
                <a:cs typeface="Arial"/>
              </a:defRPr>
            </a:lvl6pPr>
            <a:lvl7pPr algn="l">
              <a:defRPr sz="2100" b="0">
                <a:solidFill>
                  <a:srgbClr val="000000"/>
                </a:solidFill>
                <a:latin typeface="Arial"/>
                <a:ea typeface="Arial"/>
                <a:cs typeface="Arial"/>
              </a:defRPr>
            </a:lvl7pPr>
            <a:lvl8pPr algn="l">
              <a:defRPr sz="2100" b="0">
                <a:solidFill>
                  <a:srgbClr val="000000"/>
                </a:solidFill>
                <a:latin typeface="Arial"/>
                <a:ea typeface="Arial"/>
                <a:cs typeface="Arial"/>
              </a:defRPr>
            </a:lvl8pPr>
            <a:lvl9pPr algn="l">
              <a:defRPr sz="2100" b="0">
                <a:solidFill>
                  <a:srgbClr val="000000"/>
                </a:solidFill>
                <a:latin typeface="Arial"/>
                <a:ea typeface="Arial"/>
                <a:cs typeface="Arial"/>
              </a:defRPr>
            </a:lvl9pPr>
          </a:lstStyle>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Optical flow ước lượng pixel dịch chuyển giữa hai khung hình gần nhau.</a:t>
            </a:r>
          </a:p>
        </p:txBody>
      </p:sp>
      <p:sp>
        <p:nvSpPr>
          <p:cNvPr id="8" name="">
            <a:extLst xmlns:a="http://schemas.openxmlformats.org/drawingml/2006/main">
              <a:ext uri="{FF2B5EF4-FFF2-40B4-BE49-F238E27FC236}">
                <a16:creationId xmlns:a16="http://schemas.microsoft.com/office/drawing/2014/main" id="{96BFE7F3-BD75-4769-BE62-A2E54325CF7F}"/>
              </a:ext>
            </a:extLst>
          </p:cNvPr>
          <p:cNvSpPr>
            <a:spLocks xmlns:a="http://schemas.openxmlformats.org/drawingml/2006/main" noGrp="1"/>
          </p:cNvSpPr>
          <p:nvPr/>
        </p:nvSpPr>
        <p:spPr>
          <a:xfrm xmlns:a="http://schemas.openxmlformats.org/drawingml/2006/main">
            <a:off x="9296400" y="5810250"/>
            <a:ext cx="80962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0">
                <a:solidFill>
                  <a:srgbClr val="000000"/>
                </a:solidFill>
                <a:latin typeface="Arial"/>
                <a:ea typeface="Arial"/>
                <a:cs typeface="Arial"/>
              </a:defRPr>
            </a:defPPr>
            <a:lvl1pPr algn="l">
              <a:defRPr sz="2025" b="0">
                <a:solidFill>
                  <a:srgbClr val="000000"/>
                </a:solidFill>
                <a:latin typeface="Arial"/>
                <a:ea typeface="Arial"/>
                <a:cs typeface="Arial"/>
              </a:defRPr>
            </a:lvl1pPr>
            <a:lvl2pPr algn="l">
              <a:defRPr sz="2025" b="0">
                <a:solidFill>
                  <a:srgbClr val="000000"/>
                </a:solidFill>
                <a:latin typeface="Arial"/>
                <a:ea typeface="Arial"/>
                <a:cs typeface="Arial"/>
              </a:defRPr>
            </a:lvl2pPr>
            <a:lvl3pPr algn="l">
              <a:defRPr sz="2025" b="0">
                <a:solidFill>
                  <a:srgbClr val="000000"/>
                </a:solidFill>
                <a:latin typeface="Arial"/>
                <a:ea typeface="Arial"/>
                <a:cs typeface="Arial"/>
              </a:defRPr>
            </a:lvl3pPr>
            <a:lvl4pPr algn="l">
              <a:defRPr sz="2025" b="0">
                <a:solidFill>
                  <a:srgbClr val="000000"/>
                </a:solidFill>
                <a:latin typeface="Arial"/>
                <a:ea typeface="Arial"/>
                <a:cs typeface="Arial"/>
              </a:defRPr>
            </a:lvl4pPr>
            <a:lvl5pPr algn="l">
              <a:defRPr sz="2025" b="0">
                <a:solidFill>
                  <a:srgbClr val="000000"/>
                </a:solidFill>
                <a:latin typeface="Arial"/>
                <a:ea typeface="Arial"/>
                <a:cs typeface="Arial"/>
              </a:defRPr>
            </a:lvl5pPr>
            <a:lvl6pPr algn="l">
              <a:defRPr sz="2025" b="0">
                <a:solidFill>
                  <a:srgbClr val="000000"/>
                </a:solidFill>
                <a:latin typeface="Arial"/>
                <a:ea typeface="Arial"/>
                <a:cs typeface="Arial"/>
              </a:defRPr>
            </a:lvl6pPr>
            <a:lvl7pPr algn="l">
              <a:defRPr sz="2025" b="0">
                <a:solidFill>
                  <a:srgbClr val="000000"/>
                </a:solidFill>
                <a:latin typeface="Arial"/>
                <a:ea typeface="Arial"/>
                <a:cs typeface="Arial"/>
              </a:defRPr>
            </a:lvl7pPr>
            <a:lvl8pPr algn="l">
              <a:defRPr sz="2025" b="0">
                <a:solidFill>
                  <a:srgbClr val="000000"/>
                </a:solidFill>
                <a:latin typeface="Arial"/>
                <a:ea typeface="Arial"/>
                <a:cs typeface="Arial"/>
              </a:defRPr>
            </a:lvl8pPr>
            <a:lvl9pPr algn="l">
              <a:defRPr sz="2025" b="0">
                <a:solidFill>
                  <a:srgbClr val="000000"/>
                </a:solidFill>
                <a:latin typeface="Arial"/>
                <a:ea typeface="Arial"/>
                <a:cs typeface="Arial"/>
              </a:defRPr>
            </a:lvl9pPr>
          </a:lstStyle>
          <a:p xmlns:a="http://schemas.openxmlformats.org/drawingml/2006/main">
            <a:pPr algn="l">
              <a:defRPr sz="2025" b="0">
                <a:solidFill>
                  <a:srgbClr val="000000"/>
                </a:solidFill>
                <a:latin typeface="Arial"/>
                <a:ea typeface="Arial"/>
                <a:cs typeface="Arial"/>
              </a:defRPr>
            </a:pPr>
            <a:r>
              <a:rPr sz="2025" b="0">
                <a:solidFill>
                  <a:srgbClr val="000000"/>
                </a:solidFill>
                <a:latin typeface="Arial"/>
                <a:ea typeface="Arial"/>
                <a:cs typeface="Arial"/>
              </a:rPr>
              <a:t>Điểm khói kết hợp: độ lớn chuyển động 0,35; độ phân tán hướng 0,45; xu hướng đi lên 0,20.</a:t>
            </a:r>
          </a:p>
        </p:txBody>
      </p:sp>
      <p:sp>
        <p:nvSpPr>
          <p:cNvPr id="9" name="">
            <a:extLst xmlns:a="http://schemas.openxmlformats.org/drawingml/2006/main">
              <a:ext uri="{FF2B5EF4-FFF2-40B4-BE49-F238E27FC236}">
                <a16:creationId xmlns:a16="http://schemas.microsoft.com/office/drawing/2014/main" id="{522F4D3F-F5CD-42A5-AAE2-F00AE8DE0269}"/>
              </a:ext>
            </a:extLst>
          </p:cNvPr>
          <p:cNvSpPr>
            <a:spLocks xmlns:a="http://schemas.openxmlformats.org/drawingml/2006/main" noGrp="1"/>
          </p:cNvSpPr>
          <p:nvPr/>
        </p:nvSpPr>
        <p:spPr>
          <a:xfrm xmlns:a="http://schemas.openxmlformats.org/drawingml/2006/main">
            <a:off x="9296400" y="7620000"/>
            <a:ext cx="80962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0">
                <a:solidFill>
                  <a:srgbClr val="000000"/>
                </a:solidFill>
                <a:latin typeface="Arial"/>
                <a:ea typeface="Arial"/>
                <a:cs typeface="Arial"/>
              </a:defRPr>
            </a:defPPr>
            <a:lvl1pPr algn="l">
              <a:defRPr sz="2025" b="0">
                <a:solidFill>
                  <a:srgbClr val="000000"/>
                </a:solidFill>
                <a:latin typeface="Arial"/>
                <a:ea typeface="Arial"/>
                <a:cs typeface="Arial"/>
              </a:defRPr>
            </a:lvl1pPr>
            <a:lvl2pPr algn="l">
              <a:defRPr sz="2025" b="0">
                <a:solidFill>
                  <a:srgbClr val="000000"/>
                </a:solidFill>
                <a:latin typeface="Arial"/>
                <a:ea typeface="Arial"/>
                <a:cs typeface="Arial"/>
              </a:defRPr>
            </a:lvl2pPr>
            <a:lvl3pPr algn="l">
              <a:defRPr sz="2025" b="0">
                <a:solidFill>
                  <a:srgbClr val="000000"/>
                </a:solidFill>
                <a:latin typeface="Arial"/>
                <a:ea typeface="Arial"/>
                <a:cs typeface="Arial"/>
              </a:defRPr>
            </a:lvl3pPr>
            <a:lvl4pPr algn="l">
              <a:defRPr sz="2025" b="0">
                <a:solidFill>
                  <a:srgbClr val="000000"/>
                </a:solidFill>
                <a:latin typeface="Arial"/>
                <a:ea typeface="Arial"/>
                <a:cs typeface="Arial"/>
              </a:defRPr>
            </a:lvl4pPr>
            <a:lvl5pPr algn="l">
              <a:defRPr sz="2025" b="0">
                <a:solidFill>
                  <a:srgbClr val="000000"/>
                </a:solidFill>
                <a:latin typeface="Arial"/>
                <a:ea typeface="Arial"/>
                <a:cs typeface="Arial"/>
              </a:defRPr>
            </a:lvl5pPr>
            <a:lvl6pPr algn="l">
              <a:defRPr sz="2025" b="0">
                <a:solidFill>
                  <a:srgbClr val="000000"/>
                </a:solidFill>
                <a:latin typeface="Arial"/>
                <a:ea typeface="Arial"/>
                <a:cs typeface="Arial"/>
              </a:defRPr>
            </a:lvl6pPr>
            <a:lvl7pPr algn="l">
              <a:defRPr sz="2025" b="0">
                <a:solidFill>
                  <a:srgbClr val="000000"/>
                </a:solidFill>
                <a:latin typeface="Arial"/>
                <a:ea typeface="Arial"/>
                <a:cs typeface="Arial"/>
              </a:defRPr>
            </a:lvl7pPr>
            <a:lvl8pPr algn="l">
              <a:defRPr sz="2025" b="0">
                <a:solidFill>
                  <a:srgbClr val="000000"/>
                </a:solidFill>
                <a:latin typeface="Arial"/>
                <a:ea typeface="Arial"/>
                <a:cs typeface="Arial"/>
              </a:defRPr>
            </a:lvl8pPr>
            <a:lvl9pPr algn="l">
              <a:defRPr sz="2025" b="0">
                <a:solidFill>
                  <a:srgbClr val="000000"/>
                </a:solidFill>
                <a:latin typeface="Arial"/>
                <a:ea typeface="Arial"/>
                <a:cs typeface="Arial"/>
              </a:defRPr>
            </a:lvl9pPr>
          </a:lstStyle>
          <a:p xmlns:a="http://schemas.openxmlformats.org/drawingml/2006/main">
            <a:pPr algn="l">
              <a:defRPr sz="2025" b="0">
                <a:solidFill>
                  <a:srgbClr val="000000"/>
                </a:solidFill>
                <a:latin typeface="Arial"/>
                <a:ea typeface="Arial"/>
                <a:cs typeface="Arial"/>
              </a:defRPr>
            </a:pPr>
            <a:r>
              <a:rPr sz="2025" b="0">
                <a:solidFill>
                  <a:srgbClr val="000000"/>
                </a:solidFill>
                <a:latin typeface="Arial"/>
                <a:ea typeface="Arial"/>
                <a:cs typeface="Arial"/>
              </a:rPr>
              <a:t>Score ≥ 0,35 mới được tính vào N/M (12/20). Khói thật ít chuyển động vẫn có thể bị chặn.</a:t>
            </a:r>
          </a:p>
        </p:txBody>
      </p:sp>
    </p:spTree>
    <p:extLst>
      <p:ext uri="{BB962C8B-B14F-4D97-AF65-F5344CB8AC3E}">
        <p14:creationId xmlns:p14="http://schemas.microsoft.com/office/powerpoint/2010/main" val="188178798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E4D14FC-84C4-4EF4-8899-28748DC844A2}"/>
              </a:ext>
            </a:extLst>
          </p:cNvPr>
          <p:cNvSpPr>
            <a:spLocks xmlns:a="http://schemas.openxmlformats.org/drawingml/2006/main" noGrp="1"/>
          </p:cNvSpPr>
          <p:nvPr/>
        </p:nvSpPr>
        <p:spPr>
          <a:xfrm xmlns:a="http://schemas.openxmlformats.org/drawingml/2006/main">
            <a:off x="876300" y="838200"/>
            <a:ext cx="76200" cy="819150"/>
          </a:xfrm>
          <a:prstGeom xmlns:a="http://schemas.openxmlformats.org/drawingml/2006/main" prst="rect">
            <a:avLst/>
          </a:prstGeom>
          <a:solidFill xmlns:a="http://schemas.openxmlformats.org/drawingml/2006/main">
            <a:srgbClr val="007A5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FF8EB20-4E2B-4B71-BB2A-40DEA583BEA6}"/>
              </a:ext>
            </a:extLst>
          </p:cNvPr>
          <p:cNvSpPr>
            <a:spLocks xmlns:a="http://schemas.openxmlformats.org/drawingml/2006/main" noGrp="1"/>
          </p:cNvSpPr>
          <p:nvPr/>
        </p:nvSpPr>
        <p:spPr>
          <a:xfrm xmlns:a="http://schemas.openxmlformats.org/drawingml/2006/main">
            <a:off x="1095375" y="819150"/>
            <a:ext cx="15811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050" b="0">
                <a:solidFill>
                  <a:srgbClr val="000000"/>
                </a:solidFill>
                <a:latin typeface="Arial"/>
                <a:ea typeface="Arial"/>
                <a:cs typeface="Arial"/>
              </a:defRPr>
            </a:defPPr>
            <a:lvl1pPr algn="l">
              <a:defRPr sz="4050" b="0">
                <a:solidFill>
                  <a:srgbClr val="000000"/>
                </a:solidFill>
                <a:latin typeface="Arial"/>
                <a:ea typeface="Arial"/>
                <a:cs typeface="Arial"/>
              </a:defRPr>
            </a:lvl1pPr>
            <a:lvl2pPr algn="l">
              <a:defRPr sz="4050" b="0">
                <a:solidFill>
                  <a:srgbClr val="000000"/>
                </a:solidFill>
                <a:latin typeface="Arial"/>
                <a:ea typeface="Arial"/>
                <a:cs typeface="Arial"/>
              </a:defRPr>
            </a:lvl2pPr>
            <a:lvl3pPr algn="l">
              <a:defRPr sz="4050" b="0">
                <a:solidFill>
                  <a:srgbClr val="000000"/>
                </a:solidFill>
                <a:latin typeface="Arial"/>
                <a:ea typeface="Arial"/>
                <a:cs typeface="Arial"/>
              </a:defRPr>
            </a:lvl3pPr>
            <a:lvl4pPr algn="l">
              <a:defRPr sz="4050" b="0">
                <a:solidFill>
                  <a:srgbClr val="000000"/>
                </a:solidFill>
                <a:latin typeface="Arial"/>
                <a:ea typeface="Arial"/>
                <a:cs typeface="Arial"/>
              </a:defRPr>
            </a:lvl4pPr>
            <a:lvl5pPr algn="l">
              <a:defRPr sz="4050" b="0">
                <a:solidFill>
                  <a:srgbClr val="000000"/>
                </a:solidFill>
                <a:latin typeface="Arial"/>
                <a:ea typeface="Arial"/>
                <a:cs typeface="Arial"/>
              </a:defRPr>
            </a:lvl5pPr>
            <a:lvl6pPr algn="l">
              <a:defRPr sz="4050" b="0">
                <a:solidFill>
                  <a:srgbClr val="000000"/>
                </a:solidFill>
                <a:latin typeface="Arial"/>
                <a:ea typeface="Arial"/>
                <a:cs typeface="Arial"/>
              </a:defRPr>
            </a:lvl6pPr>
            <a:lvl7pPr algn="l">
              <a:defRPr sz="4050" b="0">
                <a:solidFill>
                  <a:srgbClr val="000000"/>
                </a:solidFill>
                <a:latin typeface="Arial"/>
                <a:ea typeface="Arial"/>
                <a:cs typeface="Arial"/>
              </a:defRPr>
            </a:lvl7pPr>
            <a:lvl8pPr algn="l">
              <a:defRPr sz="4050" b="0">
                <a:solidFill>
                  <a:srgbClr val="000000"/>
                </a:solidFill>
                <a:latin typeface="Arial"/>
                <a:ea typeface="Arial"/>
                <a:cs typeface="Arial"/>
              </a:defRPr>
            </a:lvl8pPr>
            <a:lvl9pPr algn="l">
              <a:defRPr sz="4050" b="0">
                <a:solidFill>
                  <a:srgbClr val="000000"/>
                </a:solidFill>
                <a:latin typeface="Arial"/>
                <a:ea typeface="Arial"/>
                <a:cs typeface="Arial"/>
              </a:defRPr>
            </a:lvl9pPr>
          </a:lstStyle>
          <a:p xmlns:a="http://schemas.openxmlformats.org/drawingml/2006/main">
            <a:pPr algn="l">
              <a:defRPr sz="4050" b="0">
                <a:solidFill>
                  <a:srgbClr val="000000"/>
                </a:solidFill>
                <a:latin typeface="Arial"/>
                <a:ea typeface="Arial"/>
                <a:cs typeface="Arial"/>
              </a:defRPr>
            </a:pPr>
            <a:r>
              <a:rPr sz="4050" b="0">
                <a:solidFill>
                  <a:srgbClr val="000000"/>
                </a:solidFill>
                <a:latin typeface="Arial"/>
                <a:ea typeface="Arial"/>
                <a:cs typeface="Arial"/>
              </a:rPr>
              <a:t>So Sánh Ba Cấu Hình Trên Video Khói</a:t>
            </a:r>
          </a:p>
        </p:txBody>
      </p:sp>
      <p:sp>
        <p:nvSpPr>
          <p:cNvPr id="3" name="">
            <a:extLst xmlns:a="http://schemas.openxmlformats.org/drawingml/2006/main">
              <a:ext uri="{FF2B5EF4-FFF2-40B4-BE49-F238E27FC236}">
                <a16:creationId xmlns:a16="http://schemas.microsoft.com/office/drawing/2014/main" id="{DED8EEB9-8F0C-4B0C-A176-6C76ACEF8068}"/>
              </a:ext>
            </a:extLst>
          </p:cNvPr>
          <p:cNvSpPr>
            <a:spLocks xmlns:a="http://schemas.openxmlformats.org/drawingml/2006/main" noGrp="1"/>
          </p:cNvSpPr>
          <p:nvPr/>
        </p:nvSpPr>
        <p:spPr>
          <a:xfrm xmlns:a="http://schemas.openxmlformats.org/drawingml/2006/main">
            <a:off x="857250" y="3429000"/>
            <a:ext cx="4953000" cy="4810125"/>
          </a:xfrm>
          <a:prstGeom xmlns:a="http://schemas.openxmlformats.org/drawingml/2006/main" prst="roundRect">
            <a:avLst>
              <a:gd name="adj" fmla="val 3960"/>
            </a:avLst>
          </a:prstGeom>
          <a:solidFill xmlns:a="http://schemas.openxmlformats.org/drawingml/2006/main">
            <a:srgbClr val="F5F7F9"/>
          </a:solidFill>
          <a:ln xmlns:a="http://schemas.openxmlformats.org/drawingml/2006/main" w="12383">
            <a:solidFill>
              <a:srgbClr val="D9E1E8"/>
            </a:solidFill>
            <a:prstDash val="solid"/>
          </a:ln>
        </p:spPr>
      </p:sp>
      <p:sp>
        <p:nvSpPr>
          <p:cNvPr id="4" name="">
            <a:extLst xmlns:a="http://schemas.openxmlformats.org/drawingml/2006/main">
              <a:ext uri="{FF2B5EF4-FFF2-40B4-BE49-F238E27FC236}">
                <a16:creationId xmlns:a16="http://schemas.microsoft.com/office/drawing/2014/main" id="{0C91286D-1EC2-42BA-8532-DE93C27E96ED}"/>
              </a:ext>
            </a:extLst>
          </p:cNvPr>
          <p:cNvSpPr>
            <a:spLocks xmlns:a="http://schemas.openxmlformats.org/drawingml/2006/main" noGrp="1"/>
          </p:cNvSpPr>
          <p:nvPr/>
        </p:nvSpPr>
        <p:spPr>
          <a:xfrm xmlns:a="http://schemas.openxmlformats.org/drawingml/2006/main">
            <a:off x="1123950" y="4048125"/>
            <a:ext cx="4419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550" b="1">
                <a:solidFill>
                  <a:srgbClr val="007A58"/>
                </a:solidFill>
                <a:latin typeface="Arial"/>
                <a:ea typeface="Arial"/>
                <a:cs typeface="Arial"/>
              </a:defRPr>
            </a:defPPr>
            <a:lvl1pPr algn="ctr">
              <a:defRPr sz="2550" b="1">
                <a:solidFill>
                  <a:srgbClr val="007A58"/>
                </a:solidFill>
                <a:latin typeface="Arial"/>
                <a:ea typeface="Arial"/>
                <a:cs typeface="Arial"/>
              </a:defRPr>
            </a:lvl1pPr>
            <a:lvl2pPr algn="ctr">
              <a:defRPr sz="2550" b="1">
                <a:solidFill>
                  <a:srgbClr val="007A58"/>
                </a:solidFill>
                <a:latin typeface="Arial"/>
                <a:ea typeface="Arial"/>
                <a:cs typeface="Arial"/>
              </a:defRPr>
            </a:lvl2pPr>
            <a:lvl3pPr algn="ctr">
              <a:defRPr sz="2550" b="1">
                <a:solidFill>
                  <a:srgbClr val="007A58"/>
                </a:solidFill>
                <a:latin typeface="Arial"/>
                <a:ea typeface="Arial"/>
                <a:cs typeface="Arial"/>
              </a:defRPr>
            </a:lvl3pPr>
            <a:lvl4pPr algn="ctr">
              <a:defRPr sz="2550" b="1">
                <a:solidFill>
                  <a:srgbClr val="007A58"/>
                </a:solidFill>
                <a:latin typeface="Arial"/>
                <a:ea typeface="Arial"/>
                <a:cs typeface="Arial"/>
              </a:defRPr>
            </a:lvl4pPr>
            <a:lvl5pPr algn="ctr">
              <a:defRPr sz="2550" b="1">
                <a:solidFill>
                  <a:srgbClr val="007A58"/>
                </a:solidFill>
                <a:latin typeface="Arial"/>
                <a:ea typeface="Arial"/>
                <a:cs typeface="Arial"/>
              </a:defRPr>
            </a:lvl5pPr>
            <a:lvl6pPr algn="ctr">
              <a:defRPr sz="2550" b="1">
                <a:solidFill>
                  <a:srgbClr val="007A58"/>
                </a:solidFill>
                <a:latin typeface="Arial"/>
                <a:ea typeface="Arial"/>
                <a:cs typeface="Arial"/>
              </a:defRPr>
            </a:lvl6pPr>
            <a:lvl7pPr algn="ctr">
              <a:defRPr sz="2550" b="1">
                <a:solidFill>
                  <a:srgbClr val="007A58"/>
                </a:solidFill>
                <a:latin typeface="Arial"/>
                <a:ea typeface="Arial"/>
                <a:cs typeface="Arial"/>
              </a:defRPr>
            </a:lvl7pPr>
            <a:lvl8pPr algn="ctr">
              <a:defRPr sz="2550" b="1">
                <a:solidFill>
                  <a:srgbClr val="007A58"/>
                </a:solidFill>
                <a:latin typeface="Arial"/>
                <a:ea typeface="Arial"/>
                <a:cs typeface="Arial"/>
              </a:defRPr>
            </a:lvl8pPr>
            <a:lvl9pPr algn="ctr">
              <a:defRPr sz="2550" b="1">
                <a:solidFill>
                  <a:srgbClr val="007A58"/>
                </a:solidFill>
                <a:latin typeface="Arial"/>
                <a:ea typeface="Arial"/>
                <a:cs typeface="Arial"/>
              </a:defRPr>
            </a:lvl9pPr>
          </a:lstStyle>
          <a:p xmlns:a="http://schemas.openxmlformats.org/drawingml/2006/main">
            <a:pPr algn="ctr">
              <a:defRPr sz="2550" b="1">
                <a:solidFill>
                  <a:srgbClr val="007A58"/>
                </a:solidFill>
                <a:latin typeface="Arial"/>
                <a:ea typeface="Arial"/>
                <a:cs typeface="Arial"/>
              </a:defRPr>
            </a:pPr>
            <a:r>
              <a:rPr sz="2550" b="1">
                <a:solidFill>
                  <a:srgbClr val="007A58"/>
                </a:solidFill>
                <a:latin typeface="Arial"/>
                <a:ea typeface="Arial"/>
                <a:cs typeface="Arial"/>
              </a:rPr>
              <a:t>YOLO</a:t>
            </a:r>
          </a:p>
        </p:txBody>
      </p:sp>
      <p:sp>
        <p:nvSpPr>
          <p:cNvPr id="5" name="">
            <a:extLst xmlns:a="http://schemas.openxmlformats.org/drawingml/2006/main">
              <a:ext uri="{FF2B5EF4-FFF2-40B4-BE49-F238E27FC236}">
                <a16:creationId xmlns:a16="http://schemas.microsoft.com/office/drawing/2014/main" id="{B27A8BDA-83D8-43C7-B52C-BDF49C65E767}"/>
              </a:ext>
            </a:extLst>
          </p:cNvPr>
          <p:cNvSpPr>
            <a:spLocks xmlns:a="http://schemas.openxmlformats.org/drawingml/2006/main" noGrp="1"/>
          </p:cNvSpPr>
          <p:nvPr/>
        </p:nvSpPr>
        <p:spPr>
          <a:xfrm xmlns:a="http://schemas.openxmlformats.org/drawingml/2006/main">
            <a:off x="1162050" y="5191125"/>
            <a:ext cx="43434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5550" b="1">
                <a:solidFill>
                  <a:srgbClr val="000000"/>
                </a:solidFill>
                <a:latin typeface="Arial"/>
                <a:ea typeface="Arial"/>
                <a:cs typeface="Arial"/>
              </a:defRPr>
            </a:defPPr>
            <a:lvl1pPr algn="ctr">
              <a:defRPr sz="5550" b="1">
                <a:solidFill>
                  <a:srgbClr val="000000"/>
                </a:solidFill>
                <a:latin typeface="Arial"/>
                <a:ea typeface="Arial"/>
                <a:cs typeface="Arial"/>
              </a:defRPr>
            </a:lvl1pPr>
            <a:lvl2pPr algn="ctr">
              <a:defRPr sz="5550" b="1">
                <a:solidFill>
                  <a:srgbClr val="000000"/>
                </a:solidFill>
                <a:latin typeface="Arial"/>
                <a:ea typeface="Arial"/>
                <a:cs typeface="Arial"/>
              </a:defRPr>
            </a:lvl2pPr>
            <a:lvl3pPr algn="ctr">
              <a:defRPr sz="5550" b="1">
                <a:solidFill>
                  <a:srgbClr val="000000"/>
                </a:solidFill>
                <a:latin typeface="Arial"/>
                <a:ea typeface="Arial"/>
                <a:cs typeface="Arial"/>
              </a:defRPr>
            </a:lvl3pPr>
            <a:lvl4pPr algn="ctr">
              <a:defRPr sz="5550" b="1">
                <a:solidFill>
                  <a:srgbClr val="000000"/>
                </a:solidFill>
                <a:latin typeface="Arial"/>
                <a:ea typeface="Arial"/>
                <a:cs typeface="Arial"/>
              </a:defRPr>
            </a:lvl4pPr>
            <a:lvl5pPr algn="ctr">
              <a:defRPr sz="5550" b="1">
                <a:solidFill>
                  <a:srgbClr val="000000"/>
                </a:solidFill>
                <a:latin typeface="Arial"/>
                <a:ea typeface="Arial"/>
                <a:cs typeface="Arial"/>
              </a:defRPr>
            </a:lvl5pPr>
            <a:lvl6pPr algn="ctr">
              <a:defRPr sz="5550" b="1">
                <a:solidFill>
                  <a:srgbClr val="000000"/>
                </a:solidFill>
                <a:latin typeface="Arial"/>
                <a:ea typeface="Arial"/>
                <a:cs typeface="Arial"/>
              </a:defRPr>
            </a:lvl6pPr>
            <a:lvl7pPr algn="ctr">
              <a:defRPr sz="5550" b="1">
                <a:solidFill>
                  <a:srgbClr val="000000"/>
                </a:solidFill>
                <a:latin typeface="Arial"/>
                <a:ea typeface="Arial"/>
                <a:cs typeface="Arial"/>
              </a:defRPr>
            </a:lvl7pPr>
            <a:lvl8pPr algn="ctr">
              <a:defRPr sz="5550" b="1">
                <a:solidFill>
                  <a:srgbClr val="000000"/>
                </a:solidFill>
                <a:latin typeface="Arial"/>
                <a:ea typeface="Arial"/>
                <a:cs typeface="Arial"/>
              </a:defRPr>
            </a:lvl8pPr>
            <a:lvl9pPr algn="ctr">
              <a:defRPr sz="5550" b="1">
                <a:solidFill>
                  <a:srgbClr val="000000"/>
                </a:solidFill>
                <a:latin typeface="Arial"/>
                <a:ea typeface="Arial"/>
                <a:cs typeface="Arial"/>
              </a:defRPr>
            </a:lvl9pPr>
          </a:lstStyle>
          <a:p xmlns:a="http://schemas.openxmlformats.org/drawingml/2006/main">
            <a:pPr algn="ctr">
              <a:defRPr sz="5550" b="1">
                <a:solidFill>
                  <a:srgbClr val="000000"/>
                </a:solidFill>
                <a:latin typeface="Arial"/>
                <a:ea typeface="Arial"/>
                <a:cs typeface="Arial"/>
              </a:defRPr>
            </a:pPr>
            <a:r>
              <a:rPr sz="5550" b="1">
                <a:solidFill>
                  <a:srgbClr val="000000"/>
                </a:solidFill>
                <a:latin typeface="Arial"/>
                <a:ea typeface="Arial"/>
                <a:cs typeface="Arial"/>
              </a:rPr>
              <a:t>376</a:t>
            </a:r>
          </a:p>
        </p:txBody>
      </p:sp>
      <p:sp>
        <p:nvSpPr>
          <p:cNvPr id="6" name="">
            <a:extLst xmlns:a="http://schemas.openxmlformats.org/drawingml/2006/main">
              <a:ext uri="{FF2B5EF4-FFF2-40B4-BE49-F238E27FC236}">
                <a16:creationId xmlns:a16="http://schemas.microsoft.com/office/drawing/2014/main" id="{E4445948-E266-4599-9AD3-C69F5DC7D673}"/>
              </a:ext>
            </a:extLst>
          </p:cNvPr>
          <p:cNvSpPr>
            <a:spLocks xmlns:a="http://schemas.openxmlformats.org/drawingml/2006/main" noGrp="1"/>
          </p:cNvSpPr>
          <p:nvPr/>
        </p:nvSpPr>
        <p:spPr>
          <a:xfrm xmlns:a="http://schemas.openxmlformats.org/drawingml/2006/main">
            <a:off x="1143000" y="6667500"/>
            <a:ext cx="4381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950" b="0">
                <a:solidFill>
                  <a:srgbClr val="333333"/>
                </a:solidFill>
                <a:latin typeface="Arial"/>
                <a:ea typeface="Arial"/>
                <a:cs typeface="Arial"/>
              </a:defRPr>
            </a:defPPr>
            <a:lvl1pPr algn="ctr">
              <a:defRPr sz="1950" b="0">
                <a:solidFill>
                  <a:srgbClr val="333333"/>
                </a:solidFill>
                <a:latin typeface="Arial"/>
                <a:ea typeface="Arial"/>
                <a:cs typeface="Arial"/>
              </a:defRPr>
            </a:lvl1pPr>
            <a:lvl2pPr algn="ctr">
              <a:defRPr sz="1950" b="0">
                <a:solidFill>
                  <a:srgbClr val="333333"/>
                </a:solidFill>
                <a:latin typeface="Arial"/>
                <a:ea typeface="Arial"/>
                <a:cs typeface="Arial"/>
              </a:defRPr>
            </a:lvl2pPr>
            <a:lvl3pPr algn="ctr">
              <a:defRPr sz="1950" b="0">
                <a:solidFill>
                  <a:srgbClr val="333333"/>
                </a:solidFill>
                <a:latin typeface="Arial"/>
                <a:ea typeface="Arial"/>
                <a:cs typeface="Arial"/>
              </a:defRPr>
            </a:lvl3pPr>
            <a:lvl4pPr algn="ctr">
              <a:defRPr sz="1950" b="0">
                <a:solidFill>
                  <a:srgbClr val="333333"/>
                </a:solidFill>
                <a:latin typeface="Arial"/>
                <a:ea typeface="Arial"/>
                <a:cs typeface="Arial"/>
              </a:defRPr>
            </a:lvl4pPr>
            <a:lvl5pPr algn="ctr">
              <a:defRPr sz="1950" b="0">
                <a:solidFill>
                  <a:srgbClr val="333333"/>
                </a:solidFill>
                <a:latin typeface="Arial"/>
                <a:ea typeface="Arial"/>
                <a:cs typeface="Arial"/>
              </a:defRPr>
            </a:lvl5pPr>
            <a:lvl6pPr algn="ctr">
              <a:defRPr sz="1950" b="0">
                <a:solidFill>
                  <a:srgbClr val="333333"/>
                </a:solidFill>
                <a:latin typeface="Arial"/>
                <a:ea typeface="Arial"/>
                <a:cs typeface="Arial"/>
              </a:defRPr>
            </a:lvl6pPr>
            <a:lvl7pPr algn="ctr">
              <a:defRPr sz="1950" b="0">
                <a:solidFill>
                  <a:srgbClr val="333333"/>
                </a:solidFill>
                <a:latin typeface="Arial"/>
                <a:ea typeface="Arial"/>
                <a:cs typeface="Arial"/>
              </a:defRPr>
            </a:lvl7pPr>
            <a:lvl8pPr algn="ctr">
              <a:defRPr sz="1950" b="0">
                <a:solidFill>
                  <a:srgbClr val="333333"/>
                </a:solidFill>
                <a:latin typeface="Arial"/>
                <a:ea typeface="Arial"/>
                <a:cs typeface="Arial"/>
              </a:defRPr>
            </a:lvl8pPr>
            <a:lvl9pPr algn="ctr">
              <a:defRPr sz="1950" b="0">
                <a:solidFill>
                  <a:srgbClr val="333333"/>
                </a:solidFill>
                <a:latin typeface="Arial"/>
                <a:ea typeface="Arial"/>
                <a:cs typeface="Arial"/>
              </a:defRPr>
            </a:lvl9pPr>
          </a:lstStyle>
          <a:p xmlns:a="http://schemas.openxmlformats.org/drawingml/2006/main">
            <a:pPr algn="ctr">
              <a:defRPr sz="1950" b="0">
                <a:solidFill>
                  <a:srgbClr val="333333"/>
                </a:solidFill>
                <a:latin typeface="Arial"/>
                <a:ea typeface="Arial"/>
                <a:cs typeface="Arial"/>
              </a:defRPr>
            </a:pPr>
            <a:r>
              <a:rPr sz="1950" b="0">
                <a:solidFill>
                  <a:srgbClr val="333333"/>
                </a:solidFill>
                <a:latin typeface="Arial"/>
                <a:ea typeface="Arial"/>
                <a:cs typeface="Arial"/>
              </a:rPr>
              <a:t>khung có hộp khói</a:t>
            </a:r>
          </a:p>
        </p:txBody>
      </p:sp>
      <p:sp>
        <p:nvSpPr>
          <p:cNvPr id="7" name="">
            <a:extLst xmlns:a="http://schemas.openxmlformats.org/drawingml/2006/main">
              <a:ext uri="{FF2B5EF4-FFF2-40B4-BE49-F238E27FC236}">
                <a16:creationId xmlns:a16="http://schemas.microsoft.com/office/drawing/2014/main" id="{6A1A20CF-9983-471D-9C42-F074EC1D43EB}"/>
              </a:ext>
            </a:extLst>
          </p:cNvPr>
          <p:cNvSpPr>
            <a:spLocks xmlns:a="http://schemas.openxmlformats.org/drawingml/2006/main" noGrp="1"/>
          </p:cNvSpPr>
          <p:nvPr/>
        </p:nvSpPr>
        <p:spPr>
          <a:xfrm xmlns:a="http://schemas.openxmlformats.org/drawingml/2006/main">
            <a:off x="6667500" y="3429000"/>
            <a:ext cx="4953000" cy="4810125"/>
          </a:xfrm>
          <a:prstGeom xmlns:a="http://schemas.openxmlformats.org/drawingml/2006/main" prst="roundRect">
            <a:avLst>
              <a:gd name="adj" fmla="val 3960"/>
            </a:avLst>
          </a:prstGeom>
          <a:solidFill xmlns:a="http://schemas.openxmlformats.org/drawingml/2006/main">
            <a:srgbClr val="F5F7F9"/>
          </a:solidFill>
          <a:ln xmlns:a="http://schemas.openxmlformats.org/drawingml/2006/main" w="12383">
            <a:solidFill>
              <a:srgbClr val="D9E1E8"/>
            </a:solidFill>
            <a:prstDash val="solid"/>
          </a:ln>
        </p:spPr>
      </p:sp>
      <p:sp>
        <p:nvSpPr>
          <p:cNvPr id="8" name="">
            <a:extLst xmlns:a="http://schemas.openxmlformats.org/drawingml/2006/main">
              <a:ext uri="{FF2B5EF4-FFF2-40B4-BE49-F238E27FC236}">
                <a16:creationId xmlns:a16="http://schemas.microsoft.com/office/drawing/2014/main" id="{15386BC2-C1FA-405E-9CDE-DF114BA256A6}"/>
              </a:ext>
            </a:extLst>
          </p:cNvPr>
          <p:cNvSpPr>
            <a:spLocks xmlns:a="http://schemas.openxmlformats.org/drawingml/2006/main" noGrp="1"/>
          </p:cNvSpPr>
          <p:nvPr/>
        </p:nvSpPr>
        <p:spPr>
          <a:xfrm xmlns:a="http://schemas.openxmlformats.org/drawingml/2006/main">
            <a:off x="6934200" y="4048125"/>
            <a:ext cx="4419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550" b="1">
                <a:solidFill>
                  <a:srgbClr val="007A58"/>
                </a:solidFill>
                <a:latin typeface="Arial"/>
                <a:ea typeface="Arial"/>
                <a:cs typeface="Arial"/>
              </a:defRPr>
            </a:defPPr>
            <a:lvl1pPr algn="ctr">
              <a:defRPr sz="2550" b="1">
                <a:solidFill>
                  <a:srgbClr val="007A58"/>
                </a:solidFill>
                <a:latin typeface="Arial"/>
                <a:ea typeface="Arial"/>
                <a:cs typeface="Arial"/>
              </a:defRPr>
            </a:lvl1pPr>
            <a:lvl2pPr algn="ctr">
              <a:defRPr sz="2550" b="1">
                <a:solidFill>
                  <a:srgbClr val="007A58"/>
                </a:solidFill>
                <a:latin typeface="Arial"/>
                <a:ea typeface="Arial"/>
                <a:cs typeface="Arial"/>
              </a:defRPr>
            </a:lvl2pPr>
            <a:lvl3pPr algn="ctr">
              <a:defRPr sz="2550" b="1">
                <a:solidFill>
                  <a:srgbClr val="007A58"/>
                </a:solidFill>
                <a:latin typeface="Arial"/>
                <a:ea typeface="Arial"/>
                <a:cs typeface="Arial"/>
              </a:defRPr>
            </a:lvl3pPr>
            <a:lvl4pPr algn="ctr">
              <a:defRPr sz="2550" b="1">
                <a:solidFill>
                  <a:srgbClr val="007A58"/>
                </a:solidFill>
                <a:latin typeface="Arial"/>
                <a:ea typeface="Arial"/>
                <a:cs typeface="Arial"/>
              </a:defRPr>
            </a:lvl4pPr>
            <a:lvl5pPr algn="ctr">
              <a:defRPr sz="2550" b="1">
                <a:solidFill>
                  <a:srgbClr val="007A58"/>
                </a:solidFill>
                <a:latin typeface="Arial"/>
                <a:ea typeface="Arial"/>
                <a:cs typeface="Arial"/>
              </a:defRPr>
            </a:lvl5pPr>
            <a:lvl6pPr algn="ctr">
              <a:defRPr sz="2550" b="1">
                <a:solidFill>
                  <a:srgbClr val="007A58"/>
                </a:solidFill>
                <a:latin typeface="Arial"/>
                <a:ea typeface="Arial"/>
                <a:cs typeface="Arial"/>
              </a:defRPr>
            </a:lvl6pPr>
            <a:lvl7pPr algn="ctr">
              <a:defRPr sz="2550" b="1">
                <a:solidFill>
                  <a:srgbClr val="007A58"/>
                </a:solidFill>
                <a:latin typeface="Arial"/>
                <a:ea typeface="Arial"/>
                <a:cs typeface="Arial"/>
              </a:defRPr>
            </a:lvl7pPr>
            <a:lvl8pPr algn="ctr">
              <a:defRPr sz="2550" b="1">
                <a:solidFill>
                  <a:srgbClr val="007A58"/>
                </a:solidFill>
                <a:latin typeface="Arial"/>
                <a:ea typeface="Arial"/>
                <a:cs typeface="Arial"/>
              </a:defRPr>
            </a:lvl8pPr>
            <a:lvl9pPr algn="ctr">
              <a:defRPr sz="2550" b="1">
                <a:solidFill>
                  <a:srgbClr val="007A58"/>
                </a:solidFill>
                <a:latin typeface="Arial"/>
                <a:ea typeface="Arial"/>
                <a:cs typeface="Arial"/>
              </a:defRPr>
            </a:lvl9pPr>
          </a:lstStyle>
          <a:p xmlns:a="http://schemas.openxmlformats.org/drawingml/2006/main">
            <a:pPr algn="ctr">
              <a:defRPr sz="2550" b="1">
                <a:solidFill>
                  <a:srgbClr val="007A58"/>
                </a:solidFill>
                <a:latin typeface="Arial"/>
                <a:ea typeface="Arial"/>
                <a:cs typeface="Arial"/>
              </a:defRPr>
            </a:pPr>
            <a:r>
              <a:rPr sz="2550" b="1">
                <a:solidFill>
                  <a:srgbClr val="007A58"/>
                </a:solidFill>
                <a:latin typeface="Arial"/>
                <a:ea typeface="Arial"/>
                <a:cs typeface="Arial"/>
              </a:rPr>
              <a:t>YOLO + N/M</a:t>
            </a:r>
          </a:p>
        </p:txBody>
      </p:sp>
      <p:sp>
        <p:nvSpPr>
          <p:cNvPr id="9" name="">
            <a:extLst xmlns:a="http://schemas.openxmlformats.org/drawingml/2006/main">
              <a:ext uri="{FF2B5EF4-FFF2-40B4-BE49-F238E27FC236}">
                <a16:creationId xmlns:a16="http://schemas.microsoft.com/office/drawing/2014/main" id="{1FAE8511-CDE5-4014-87E6-D0EAACE9593D}"/>
              </a:ext>
            </a:extLst>
          </p:cNvPr>
          <p:cNvSpPr>
            <a:spLocks xmlns:a="http://schemas.openxmlformats.org/drawingml/2006/main" noGrp="1"/>
          </p:cNvSpPr>
          <p:nvPr/>
        </p:nvSpPr>
        <p:spPr>
          <a:xfrm xmlns:a="http://schemas.openxmlformats.org/drawingml/2006/main">
            <a:off x="6972300" y="5191125"/>
            <a:ext cx="43434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5550" b="1">
                <a:solidFill>
                  <a:srgbClr val="000000"/>
                </a:solidFill>
                <a:latin typeface="Arial"/>
                <a:ea typeface="Arial"/>
                <a:cs typeface="Arial"/>
              </a:defRPr>
            </a:defPPr>
            <a:lvl1pPr algn="ctr">
              <a:defRPr sz="5550" b="1">
                <a:solidFill>
                  <a:srgbClr val="000000"/>
                </a:solidFill>
                <a:latin typeface="Arial"/>
                <a:ea typeface="Arial"/>
                <a:cs typeface="Arial"/>
              </a:defRPr>
            </a:lvl1pPr>
            <a:lvl2pPr algn="ctr">
              <a:defRPr sz="5550" b="1">
                <a:solidFill>
                  <a:srgbClr val="000000"/>
                </a:solidFill>
                <a:latin typeface="Arial"/>
                <a:ea typeface="Arial"/>
                <a:cs typeface="Arial"/>
              </a:defRPr>
            </a:lvl2pPr>
            <a:lvl3pPr algn="ctr">
              <a:defRPr sz="5550" b="1">
                <a:solidFill>
                  <a:srgbClr val="000000"/>
                </a:solidFill>
                <a:latin typeface="Arial"/>
                <a:ea typeface="Arial"/>
                <a:cs typeface="Arial"/>
              </a:defRPr>
            </a:lvl3pPr>
            <a:lvl4pPr algn="ctr">
              <a:defRPr sz="5550" b="1">
                <a:solidFill>
                  <a:srgbClr val="000000"/>
                </a:solidFill>
                <a:latin typeface="Arial"/>
                <a:ea typeface="Arial"/>
                <a:cs typeface="Arial"/>
              </a:defRPr>
            </a:lvl4pPr>
            <a:lvl5pPr algn="ctr">
              <a:defRPr sz="5550" b="1">
                <a:solidFill>
                  <a:srgbClr val="000000"/>
                </a:solidFill>
                <a:latin typeface="Arial"/>
                <a:ea typeface="Arial"/>
                <a:cs typeface="Arial"/>
              </a:defRPr>
            </a:lvl5pPr>
            <a:lvl6pPr algn="ctr">
              <a:defRPr sz="5550" b="1">
                <a:solidFill>
                  <a:srgbClr val="000000"/>
                </a:solidFill>
                <a:latin typeface="Arial"/>
                <a:ea typeface="Arial"/>
                <a:cs typeface="Arial"/>
              </a:defRPr>
            </a:lvl6pPr>
            <a:lvl7pPr algn="ctr">
              <a:defRPr sz="5550" b="1">
                <a:solidFill>
                  <a:srgbClr val="000000"/>
                </a:solidFill>
                <a:latin typeface="Arial"/>
                <a:ea typeface="Arial"/>
                <a:cs typeface="Arial"/>
              </a:defRPr>
            </a:lvl7pPr>
            <a:lvl8pPr algn="ctr">
              <a:defRPr sz="5550" b="1">
                <a:solidFill>
                  <a:srgbClr val="000000"/>
                </a:solidFill>
                <a:latin typeface="Arial"/>
                <a:ea typeface="Arial"/>
                <a:cs typeface="Arial"/>
              </a:defRPr>
            </a:lvl8pPr>
            <a:lvl9pPr algn="ctr">
              <a:defRPr sz="5550" b="1">
                <a:solidFill>
                  <a:srgbClr val="000000"/>
                </a:solidFill>
                <a:latin typeface="Arial"/>
                <a:ea typeface="Arial"/>
                <a:cs typeface="Arial"/>
              </a:defRPr>
            </a:lvl9pPr>
          </a:lstStyle>
          <a:p xmlns:a="http://schemas.openxmlformats.org/drawingml/2006/main">
            <a:pPr algn="ctr">
              <a:defRPr sz="5550" b="1">
                <a:solidFill>
                  <a:srgbClr val="000000"/>
                </a:solidFill>
                <a:latin typeface="Arial"/>
                <a:ea typeface="Arial"/>
                <a:cs typeface="Arial"/>
              </a:defRPr>
            </a:pPr>
            <a:r>
              <a:rPr sz="5550" b="1">
                <a:solidFill>
                  <a:srgbClr val="000000"/>
                </a:solidFill>
                <a:latin typeface="Arial"/>
                <a:ea typeface="Arial"/>
                <a:cs typeface="Arial"/>
              </a:rPr>
              <a:t>385</a:t>
            </a:r>
          </a:p>
        </p:txBody>
      </p:sp>
      <p:sp>
        <p:nvSpPr>
          <p:cNvPr id="10" name="">
            <a:extLst xmlns:a="http://schemas.openxmlformats.org/drawingml/2006/main">
              <a:ext uri="{FF2B5EF4-FFF2-40B4-BE49-F238E27FC236}">
                <a16:creationId xmlns:a16="http://schemas.microsoft.com/office/drawing/2014/main" id="{9128C3FC-29A5-4D0E-B3EF-9673C17CC064}"/>
              </a:ext>
            </a:extLst>
          </p:cNvPr>
          <p:cNvSpPr>
            <a:spLocks xmlns:a="http://schemas.openxmlformats.org/drawingml/2006/main" noGrp="1"/>
          </p:cNvSpPr>
          <p:nvPr/>
        </p:nvSpPr>
        <p:spPr>
          <a:xfrm xmlns:a="http://schemas.openxmlformats.org/drawingml/2006/main">
            <a:off x="6953250" y="6667500"/>
            <a:ext cx="4381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950" b="0">
                <a:solidFill>
                  <a:srgbClr val="333333"/>
                </a:solidFill>
                <a:latin typeface="Arial"/>
                <a:ea typeface="Arial"/>
                <a:cs typeface="Arial"/>
              </a:defRPr>
            </a:defPPr>
            <a:lvl1pPr algn="ctr">
              <a:defRPr sz="1950" b="0">
                <a:solidFill>
                  <a:srgbClr val="333333"/>
                </a:solidFill>
                <a:latin typeface="Arial"/>
                <a:ea typeface="Arial"/>
                <a:cs typeface="Arial"/>
              </a:defRPr>
            </a:lvl1pPr>
            <a:lvl2pPr algn="ctr">
              <a:defRPr sz="1950" b="0">
                <a:solidFill>
                  <a:srgbClr val="333333"/>
                </a:solidFill>
                <a:latin typeface="Arial"/>
                <a:ea typeface="Arial"/>
                <a:cs typeface="Arial"/>
              </a:defRPr>
            </a:lvl2pPr>
            <a:lvl3pPr algn="ctr">
              <a:defRPr sz="1950" b="0">
                <a:solidFill>
                  <a:srgbClr val="333333"/>
                </a:solidFill>
                <a:latin typeface="Arial"/>
                <a:ea typeface="Arial"/>
                <a:cs typeface="Arial"/>
              </a:defRPr>
            </a:lvl3pPr>
            <a:lvl4pPr algn="ctr">
              <a:defRPr sz="1950" b="0">
                <a:solidFill>
                  <a:srgbClr val="333333"/>
                </a:solidFill>
                <a:latin typeface="Arial"/>
                <a:ea typeface="Arial"/>
                <a:cs typeface="Arial"/>
              </a:defRPr>
            </a:lvl4pPr>
            <a:lvl5pPr algn="ctr">
              <a:defRPr sz="1950" b="0">
                <a:solidFill>
                  <a:srgbClr val="333333"/>
                </a:solidFill>
                <a:latin typeface="Arial"/>
                <a:ea typeface="Arial"/>
                <a:cs typeface="Arial"/>
              </a:defRPr>
            </a:lvl5pPr>
            <a:lvl6pPr algn="ctr">
              <a:defRPr sz="1950" b="0">
                <a:solidFill>
                  <a:srgbClr val="333333"/>
                </a:solidFill>
                <a:latin typeface="Arial"/>
                <a:ea typeface="Arial"/>
                <a:cs typeface="Arial"/>
              </a:defRPr>
            </a:lvl6pPr>
            <a:lvl7pPr algn="ctr">
              <a:defRPr sz="1950" b="0">
                <a:solidFill>
                  <a:srgbClr val="333333"/>
                </a:solidFill>
                <a:latin typeface="Arial"/>
                <a:ea typeface="Arial"/>
                <a:cs typeface="Arial"/>
              </a:defRPr>
            </a:lvl7pPr>
            <a:lvl8pPr algn="ctr">
              <a:defRPr sz="1950" b="0">
                <a:solidFill>
                  <a:srgbClr val="333333"/>
                </a:solidFill>
                <a:latin typeface="Arial"/>
                <a:ea typeface="Arial"/>
                <a:cs typeface="Arial"/>
              </a:defRPr>
            </a:lvl8pPr>
            <a:lvl9pPr algn="ctr">
              <a:defRPr sz="1950" b="0">
                <a:solidFill>
                  <a:srgbClr val="333333"/>
                </a:solidFill>
                <a:latin typeface="Arial"/>
                <a:ea typeface="Arial"/>
                <a:cs typeface="Arial"/>
              </a:defRPr>
            </a:lvl9pPr>
          </a:lstStyle>
          <a:p xmlns:a="http://schemas.openxmlformats.org/drawingml/2006/main">
            <a:pPr algn="ctr">
              <a:defRPr sz="1950" b="0">
                <a:solidFill>
                  <a:srgbClr val="333333"/>
                </a:solidFill>
                <a:latin typeface="Arial"/>
                <a:ea typeface="Arial"/>
                <a:cs typeface="Arial"/>
              </a:defRPr>
            </a:pPr>
            <a:r>
              <a:rPr sz="1950" b="0">
                <a:solidFill>
                  <a:srgbClr val="333333"/>
                </a:solidFill>
                <a:latin typeface="Arial"/>
                <a:ea typeface="Arial"/>
                <a:cs typeface="Arial"/>
              </a:rPr>
              <a:t>khung được xác nhận</a:t>
            </a:r>
          </a:p>
        </p:txBody>
      </p:sp>
      <p:sp>
        <p:nvSpPr>
          <p:cNvPr id="11" name="">
            <a:extLst xmlns:a="http://schemas.openxmlformats.org/drawingml/2006/main">
              <a:ext uri="{FF2B5EF4-FFF2-40B4-BE49-F238E27FC236}">
                <a16:creationId xmlns:a16="http://schemas.microsoft.com/office/drawing/2014/main" id="{3E9AA869-5C45-4FAB-B813-CA4FF69939B6}"/>
              </a:ext>
            </a:extLst>
          </p:cNvPr>
          <p:cNvSpPr>
            <a:spLocks xmlns:a="http://schemas.openxmlformats.org/drawingml/2006/main" noGrp="1"/>
          </p:cNvSpPr>
          <p:nvPr/>
        </p:nvSpPr>
        <p:spPr>
          <a:xfrm xmlns:a="http://schemas.openxmlformats.org/drawingml/2006/main">
            <a:off x="12477750" y="3429000"/>
            <a:ext cx="4953000" cy="4810125"/>
          </a:xfrm>
          <a:prstGeom xmlns:a="http://schemas.openxmlformats.org/drawingml/2006/main" prst="roundRect">
            <a:avLst>
              <a:gd name="adj" fmla="val 3960"/>
            </a:avLst>
          </a:prstGeom>
          <a:solidFill xmlns:a="http://schemas.openxmlformats.org/drawingml/2006/main">
            <a:srgbClr val="F5F7F9"/>
          </a:solidFill>
          <a:ln xmlns:a="http://schemas.openxmlformats.org/drawingml/2006/main" w="12383">
            <a:solidFill>
              <a:srgbClr val="D9E1E8"/>
            </a:solidFill>
            <a:prstDash val="solid"/>
          </a:ln>
        </p:spPr>
      </p:sp>
      <p:sp>
        <p:nvSpPr>
          <p:cNvPr id="12" name="">
            <a:extLst xmlns:a="http://schemas.openxmlformats.org/drawingml/2006/main">
              <a:ext uri="{FF2B5EF4-FFF2-40B4-BE49-F238E27FC236}">
                <a16:creationId xmlns:a16="http://schemas.microsoft.com/office/drawing/2014/main" id="{D945A92A-97B7-4811-AA5C-B90B19D72469}"/>
              </a:ext>
            </a:extLst>
          </p:cNvPr>
          <p:cNvSpPr>
            <a:spLocks xmlns:a="http://schemas.openxmlformats.org/drawingml/2006/main" noGrp="1"/>
          </p:cNvSpPr>
          <p:nvPr/>
        </p:nvSpPr>
        <p:spPr>
          <a:xfrm xmlns:a="http://schemas.openxmlformats.org/drawingml/2006/main">
            <a:off x="12744450" y="4048125"/>
            <a:ext cx="4419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550" b="1">
                <a:solidFill>
                  <a:srgbClr val="007A58"/>
                </a:solidFill>
                <a:latin typeface="Arial"/>
                <a:ea typeface="Arial"/>
                <a:cs typeface="Arial"/>
              </a:defRPr>
            </a:defPPr>
            <a:lvl1pPr algn="ctr">
              <a:defRPr sz="2550" b="1">
                <a:solidFill>
                  <a:srgbClr val="007A58"/>
                </a:solidFill>
                <a:latin typeface="Arial"/>
                <a:ea typeface="Arial"/>
                <a:cs typeface="Arial"/>
              </a:defRPr>
            </a:lvl1pPr>
            <a:lvl2pPr algn="ctr">
              <a:defRPr sz="2550" b="1">
                <a:solidFill>
                  <a:srgbClr val="007A58"/>
                </a:solidFill>
                <a:latin typeface="Arial"/>
                <a:ea typeface="Arial"/>
                <a:cs typeface="Arial"/>
              </a:defRPr>
            </a:lvl2pPr>
            <a:lvl3pPr algn="ctr">
              <a:defRPr sz="2550" b="1">
                <a:solidFill>
                  <a:srgbClr val="007A58"/>
                </a:solidFill>
                <a:latin typeface="Arial"/>
                <a:ea typeface="Arial"/>
                <a:cs typeface="Arial"/>
              </a:defRPr>
            </a:lvl3pPr>
            <a:lvl4pPr algn="ctr">
              <a:defRPr sz="2550" b="1">
                <a:solidFill>
                  <a:srgbClr val="007A58"/>
                </a:solidFill>
                <a:latin typeface="Arial"/>
                <a:ea typeface="Arial"/>
                <a:cs typeface="Arial"/>
              </a:defRPr>
            </a:lvl4pPr>
            <a:lvl5pPr algn="ctr">
              <a:defRPr sz="2550" b="1">
                <a:solidFill>
                  <a:srgbClr val="007A58"/>
                </a:solidFill>
                <a:latin typeface="Arial"/>
                <a:ea typeface="Arial"/>
                <a:cs typeface="Arial"/>
              </a:defRPr>
            </a:lvl5pPr>
            <a:lvl6pPr algn="ctr">
              <a:defRPr sz="2550" b="1">
                <a:solidFill>
                  <a:srgbClr val="007A58"/>
                </a:solidFill>
                <a:latin typeface="Arial"/>
                <a:ea typeface="Arial"/>
                <a:cs typeface="Arial"/>
              </a:defRPr>
            </a:lvl6pPr>
            <a:lvl7pPr algn="ctr">
              <a:defRPr sz="2550" b="1">
                <a:solidFill>
                  <a:srgbClr val="007A58"/>
                </a:solidFill>
                <a:latin typeface="Arial"/>
                <a:ea typeface="Arial"/>
                <a:cs typeface="Arial"/>
              </a:defRPr>
            </a:lvl7pPr>
            <a:lvl8pPr algn="ctr">
              <a:defRPr sz="2550" b="1">
                <a:solidFill>
                  <a:srgbClr val="007A58"/>
                </a:solidFill>
                <a:latin typeface="Arial"/>
                <a:ea typeface="Arial"/>
                <a:cs typeface="Arial"/>
              </a:defRPr>
            </a:lvl8pPr>
            <a:lvl9pPr algn="ctr">
              <a:defRPr sz="2550" b="1">
                <a:solidFill>
                  <a:srgbClr val="007A58"/>
                </a:solidFill>
                <a:latin typeface="Arial"/>
                <a:ea typeface="Arial"/>
                <a:cs typeface="Arial"/>
              </a:defRPr>
            </a:lvl9pPr>
          </a:lstStyle>
          <a:p xmlns:a="http://schemas.openxmlformats.org/drawingml/2006/main">
            <a:pPr algn="ctr">
              <a:defRPr sz="2550" b="1">
                <a:solidFill>
                  <a:srgbClr val="007A58"/>
                </a:solidFill>
                <a:latin typeface="Arial"/>
                <a:ea typeface="Arial"/>
                <a:cs typeface="Arial"/>
              </a:defRPr>
            </a:pPr>
            <a:r>
              <a:rPr sz="2550" b="1">
                <a:solidFill>
                  <a:srgbClr val="007A58"/>
                </a:solidFill>
                <a:latin typeface="Arial"/>
                <a:ea typeface="Arial"/>
                <a:cs typeface="Arial"/>
              </a:rPr>
              <a:t>YOLO + N/M + Flow</a:t>
            </a:r>
          </a:p>
        </p:txBody>
      </p:sp>
      <p:sp>
        <p:nvSpPr>
          <p:cNvPr id="13" name="">
            <a:extLst xmlns:a="http://schemas.openxmlformats.org/drawingml/2006/main">
              <a:ext uri="{FF2B5EF4-FFF2-40B4-BE49-F238E27FC236}">
                <a16:creationId xmlns:a16="http://schemas.microsoft.com/office/drawing/2014/main" id="{9B42502A-5EEE-4733-88BC-202B3D59CF65}"/>
              </a:ext>
            </a:extLst>
          </p:cNvPr>
          <p:cNvSpPr>
            <a:spLocks xmlns:a="http://schemas.openxmlformats.org/drawingml/2006/main" noGrp="1"/>
          </p:cNvSpPr>
          <p:nvPr/>
        </p:nvSpPr>
        <p:spPr>
          <a:xfrm xmlns:a="http://schemas.openxmlformats.org/drawingml/2006/main">
            <a:off x="12782550" y="5191125"/>
            <a:ext cx="43434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5550" b="1">
                <a:solidFill>
                  <a:srgbClr val="B4232E"/>
                </a:solidFill>
                <a:latin typeface="Arial"/>
                <a:ea typeface="Arial"/>
                <a:cs typeface="Arial"/>
              </a:defRPr>
            </a:defPPr>
            <a:lvl1pPr algn="ctr">
              <a:defRPr sz="5550" b="1">
                <a:solidFill>
                  <a:srgbClr val="B4232E"/>
                </a:solidFill>
                <a:latin typeface="Arial"/>
                <a:ea typeface="Arial"/>
                <a:cs typeface="Arial"/>
              </a:defRPr>
            </a:lvl1pPr>
            <a:lvl2pPr algn="ctr">
              <a:defRPr sz="5550" b="1">
                <a:solidFill>
                  <a:srgbClr val="B4232E"/>
                </a:solidFill>
                <a:latin typeface="Arial"/>
                <a:ea typeface="Arial"/>
                <a:cs typeface="Arial"/>
              </a:defRPr>
            </a:lvl2pPr>
            <a:lvl3pPr algn="ctr">
              <a:defRPr sz="5550" b="1">
                <a:solidFill>
                  <a:srgbClr val="B4232E"/>
                </a:solidFill>
                <a:latin typeface="Arial"/>
                <a:ea typeface="Arial"/>
                <a:cs typeface="Arial"/>
              </a:defRPr>
            </a:lvl3pPr>
            <a:lvl4pPr algn="ctr">
              <a:defRPr sz="5550" b="1">
                <a:solidFill>
                  <a:srgbClr val="B4232E"/>
                </a:solidFill>
                <a:latin typeface="Arial"/>
                <a:ea typeface="Arial"/>
                <a:cs typeface="Arial"/>
              </a:defRPr>
            </a:lvl4pPr>
            <a:lvl5pPr algn="ctr">
              <a:defRPr sz="5550" b="1">
                <a:solidFill>
                  <a:srgbClr val="B4232E"/>
                </a:solidFill>
                <a:latin typeface="Arial"/>
                <a:ea typeface="Arial"/>
                <a:cs typeface="Arial"/>
              </a:defRPr>
            </a:lvl5pPr>
            <a:lvl6pPr algn="ctr">
              <a:defRPr sz="5550" b="1">
                <a:solidFill>
                  <a:srgbClr val="B4232E"/>
                </a:solidFill>
                <a:latin typeface="Arial"/>
                <a:ea typeface="Arial"/>
                <a:cs typeface="Arial"/>
              </a:defRPr>
            </a:lvl6pPr>
            <a:lvl7pPr algn="ctr">
              <a:defRPr sz="5550" b="1">
                <a:solidFill>
                  <a:srgbClr val="B4232E"/>
                </a:solidFill>
                <a:latin typeface="Arial"/>
                <a:ea typeface="Arial"/>
                <a:cs typeface="Arial"/>
              </a:defRPr>
            </a:lvl7pPr>
            <a:lvl8pPr algn="ctr">
              <a:defRPr sz="5550" b="1">
                <a:solidFill>
                  <a:srgbClr val="B4232E"/>
                </a:solidFill>
                <a:latin typeface="Arial"/>
                <a:ea typeface="Arial"/>
                <a:cs typeface="Arial"/>
              </a:defRPr>
            </a:lvl8pPr>
            <a:lvl9pPr algn="ctr">
              <a:defRPr sz="5550" b="1">
                <a:solidFill>
                  <a:srgbClr val="B4232E"/>
                </a:solidFill>
                <a:latin typeface="Arial"/>
                <a:ea typeface="Arial"/>
                <a:cs typeface="Arial"/>
              </a:defRPr>
            </a:lvl9pPr>
          </a:lstStyle>
          <a:p xmlns:a="http://schemas.openxmlformats.org/drawingml/2006/main">
            <a:pPr algn="ctr">
              <a:defRPr sz="5550" b="1">
                <a:solidFill>
                  <a:srgbClr val="B4232E"/>
                </a:solidFill>
                <a:latin typeface="Arial"/>
                <a:ea typeface="Arial"/>
                <a:cs typeface="Arial"/>
              </a:defRPr>
            </a:pPr>
            <a:r>
              <a:rPr sz="5550" b="1">
                <a:solidFill>
                  <a:srgbClr val="B4232E"/>
                </a:solidFill>
                <a:latin typeface="Arial"/>
                <a:ea typeface="Arial"/>
                <a:cs typeface="Arial"/>
              </a:rPr>
              <a:t>63</a:t>
            </a:r>
          </a:p>
        </p:txBody>
      </p:sp>
      <p:sp>
        <p:nvSpPr>
          <p:cNvPr id="14" name="">
            <a:extLst xmlns:a="http://schemas.openxmlformats.org/drawingml/2006/main">
              <a:ext uri="{FF2B5EF4-FFF2-40B4-BE49-F238E27FC236}">
                <a16:creationId xmlns:a16="http://schemas.microsoft.com/office/drawing/2014/main" id="{5995A2BE-A428-4ED7-BE4B-3D61AF677C91}"/>
              </a:ext>
            </a:extLst>
          </p:cNvPr>
          <p:cNvSpPr>
            <a:spLocks xmlns:a="http://schemas.openxmlformats.org/drawingml/2006/main" noGrp="1"/>
          </p:cNvSpPr>
          <p:nvPr/>
        </p:nvSpPr>
        <p:spPr>
          <a:xfrm xmlns:a="http://schemas.openxmlformats.org/drawingml/2006/main">
            <a:off x="12763500" y="6667500"/>
            <a:ext cx="4381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950" b="0">
                <a:solidFill>
                  <a:srgbClr val="333333"/>
                </a:solidFill>
                <a:latin typeface="Arial"/>
                <a:ea typeface="Arial"/>
                <a:cs typeface="Arial"/>
              </a:defRPr>
            </a:defPPr>
            <a:lvl1pPr algn="ctr">
              <a:defRPr sz="1950" b="0">
                <a:solidFill>
                  <a:srgbClr val="333333"/>
                </a:solidFill>
                <a:latin typeface="Arial"/>
                <a:ea typeface="Arial"/>
                <a:cs typeface="Arial"/>
              </a:defRPr>
            </a:lvl1pPr>
            <a:lvl2pPr algn="ctr">
              <a:defRPr sz="1950" b="0">
                <a:solidFill>
                  <a:srgbClr val="333333"/>
                </a:solidFill>
                <a:latin typeface="Arial"/>
                <a:ea typeface="Arial"/>
                <a:cs typeface="Arial"/>
              </a:defRPr>
            </a:lvl2pPr>
            <a:lvl3pPr algn="ctr">
              <a:defRPr sz="1950" b="0">
                <a:solidFill>
                  <a:srgbClr val="333333"/>
                </a:solidFill>
                <a:latin typeface="Arial"/>
                <a:ea typeface="Arial"/>
                <a:cs typeface="Arial"/>
              </a:defRPr>
            </a:lvl3pPr>
            <a:lvl4pPr algn="ctr">
              <a:defRPr sz="1950" b="0">
                <a:solidFill>
                  <a:srgbClr val="333333"/>
                </a:solidFill>
                <a:latin typeface="Arial"/>
                <a:ea typeface="Arial"/>
                <a:cs typeface="Arial"/>
              </a:defRPr>
            </a:lvl4pPr>
            <a:lvl5pPr algn="ctr">
              <a:defRPr sz="1950" b="0">
                <a:solidFill>
                  <a:srgbClr val="333333"/>
                </a:solidFill>
                <a:latin typeface="Arial"/>
                <a:ea typeface="Arial"/>
                <a:cs typeface="Arial"/>
              </a:defRPr>
            </a:lvl5pPr>
            <a:lvl6pPr algn="ctr">
              <a:defRPr sz="1950" b="0">
                <a:solidFill>
                  <a:srgbClr val="333333"/>
                </a:solidFill>
                <a:latin typeface="Arial"/>
                <a:ea typeface="Arial"/>
                <a:cs typeface="Arial"/>
              </a:defRPr>
            </a:lvl6pPr>
            <a:lvl7pPr algn="ctr">
              <a:defRPr sz="1950" b="0">
                <a:solidFill>
                  <a:srgbClr val="333333"/>
                </a:solidFill>
                <a:latin typeface="Arial"/>
                <a:ea typeface="Arial"/>
                <a:cs typeface="Arial"/>
              </a:defRPr>
            </a:lvl7pPr>
            <a:lvl8pPr algn="ctr">
              <a:defRPr sz="1950" b="0">
                <a:solidFill>
                  <a:srgbClr val="333333"/>
                </a:solidFill>
                <a:latin typeface="Arial"/>
                <a:ea typeface="Arial"/>
                <a:cs typeface="Arial"/>
              </a:defRPr>
            </a:lvl8pPr>
            <a:lvl9pPr algn="ctr">
              <a:defRPr sz="1950" b="0">
                <a:solidFill>
                  <a:srgbClr val="333333"/>
                </a:solidFill>
                <a:latin typeface="Arial"/>
                <a:ea typeface="Arial"/>
                <a:cs typeface="Arial"/>
              </a:defRPr>
            </a:lvl9pPr>
          </a:lstStyle>
          <a:p xmlns:a="http://schemas.openxmlformats.org/drawingml/2006/main">
            <a:pPr algn="ctr">
              <a:defRPr sz="1950" b="0">
                <a:solidFill>
                  <a:srgbClr val="333333"/>
                </a:solidFill>
                <a:latin typeface="Arial"/>
                <a:ea typeface="Arial"/>
                <a:cs typeface="Arial"/>
              </a:defRPr>
            </a:pPr>
            <a:r>
              <a:rPr sz="1950" b="0">
                <a:solidFill>
                  <a:srgbClr val="333333"/>
                </a:solidFill>
                <a:latin typeface="Arial"/>
                <a:ea typeface="Arial"/>
                <a:cs typeface="Arial"/>
              </a:rPr>
              <a:t>khung được xác nhận</a:t>
            </a:r>
          </a:p>
        </p:txBody>
      </p:sp>
      <p:sp>
        <p:nvSpPr>
          <p:cNvPr id="15" name="">
            <a:extLst xmlns:a="http://schemas.openxmlformats.org/drawingml/2006/main">
              <a:ext uri="{FF2B5EF4-FFF2-40B4-BE49-F238E27FC236}">
                <a16:creationId xmlns:a16="http://schemas.microsoft.com/office/drawing/2014/main" id="{018D4894-1657-4A42-B51A-BEFA6A84F05B}"/>
              </a:ext>
            </a:extLst>
          </p:cNvPr>
          <p:cNvSpPr>
            <a:spLocks xmlns:a="http://schemas.openxmlformats.org/drawingml/2006/main" noGrp="1"/>
          </p:cNvSpPr>
          <p:nvPr/>
        </p:nvSpPr>
        <p:spPr>
          <a:xfrm xmlns:a="http://schemas.openxmlformats.org/drawingml/2006/main">
            <a:off x="1524000" y="8763000"/>
            <a:ext cx="15240000" cy="90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875" b="0">
                <a:solidFill>
                  <a:srgbClr val="333333"/>
                </a:solidFill>
                <a:latin typeface="Arial"/>
                <a:ea typeface="Arial"/>
                <a:cs typeface="Arial"/>
              </a:defRPr>
            </a:defPPr>
            <a:lvl1pPr algn="ctr">
              <a:defRPr sz="1875" b="0">
                <a:solidFill>
                  <a:srgbClr val="333333"/>
                </a:solidFill>
                <a:latin typeface="Arial"/>
                <a:ea typeface="Arial"/>
                <a:cs typeface="Arial"/>
              </a:defRPr>
            </a:lvl1pPr>
            <a:lvl2pPr algn="ctr">
              <a:defRPr sz="1875" b="0">
                <a:solidFill>
                  <a:srgbClr val="333333"/>
                </a:solidFill>
                <a:latin typeface="Arial"/>
                <a:ea typeface="Arial"/>
                <a:cs typeface="Arial"/>
              </a:defRPr>
            </a:lvl2pPr>
            <a:lvl3pPr algn="ctr">
              <a:defRPr sz="1875" b="0">
                <a:solidFill>
                  <a:srgbClr val="333333"/>
                </a:solidFill>
                <a:latin typeface="Arial"/>
                <a:ea typeface="Arial"/>
                <a:cs typeface="Arial"/>
              </a:defRPr>
            </a:lvl3pPr>
            <a:lvl4pPr algn="ctr">
              <a:defRPr sz="1875" b="0">
                <a:solidFill>
                  <a:srgbClr val="333333"/>
                </a:solidFill>
                <a:latin typeface="Arial"/>
                <a:ea typeface="Arial"/>
                <a:cs typeface="Arial"/>
              </a:defRPr>
            </a:lvl4pPr>
            <a:lvl5pPr algn="ctr">
              <a:defRPr sz="1875" b="0">
                <a:solidFill>
                  <a:srgbClr val="333333"/>
                </a:solidFill>
                <a:latin typeface="Arial"/>
                <a:ea typeface="Arial"/>
                <a:cs typeface="Arial"/>
              </a:defRPr>
            </a:lvl5pPr>
            <a:lvl6pPr algn="ctr">
              <a:defRPr sz="1875" b="0">
                <a:solidFill>
                  <a:srgbClr val="333333"/>
                </a:solidFill>
                <a:latin typeface="Arial"/>
                <a:ea typeface="Arial"/>
                <a:cs typeface="Arial"/>
              </a:defRPr>
            </a:lvl6pPr>
            <a:lvl7pPr algn="ctr">
              <a:defRPr sz="1875" b="0">
                <a:solidFill>
                  <a:srgbClr val="333333"/>
                </a:solidFill>
                <a:latin typeface="Arial"/>
                <a:ea typeface="Arial"/>
                <a:cs typeface="Arial"/>
              </a:defRPr>
            </a:lvl7pPr>
            <a:lvl8pPr algn="ctr">
              <a:defRPr sz="1875" b="0">
                <a:solidFill>
                  <a:srgbClr val="333333"/>
                </a:solidFill>
                <a:latin typeface="Arial"/>
                <a:ea typeface="Arial"/>
                <a:cs typeface="Arial"/>
              </a:defRPr>
            </a:lvl8pPr>
            <a:lvl9pPr algn="ctr">
              <a:defRPr sz="1875" b="0">
                <a:solidFill>
                  <a:srgbClr val="333333"/>
                </a:solidFill>
                <a:latin typeface="Arial"/>
                <a:ea typeface="Arial"/>
                <a:cs typeface="Arial"/>
              </a:defRPr>
            </a:lvl9pPr>
          </a:lstStyle>
          <a:p xmlns:a="http://schemas.openxmlformats.org/drawingml/2006/main">
            <a:pPr algn="ctr">
              <a:defRPr sz="1875" b="0">
                <a:solidFill>
                  <a:srgbClr val="333333"/>
                </a:solidFill>
                <a:latin typeface="Arial"/>
                <a:ea typeface="Arial"/>
                <a:cs typeface="Arial"/>
              </a:defRPr>
            </a:pPr>
            <a:r>
              <a:rPr sz="1875" b="0">
                <a:solidFill>
                  <a:srgbClr val="333333"/>
                </a:solidFill>
                <a:latin typeface="Arial"/>
                <a:ea typeface="Arial"/>
                <a:cs typeface="Arial"/>
              </a:rPr>
              <a:t>Cùng log 534 khung. N/M giữ lịch sử nên 385 &gt; 376. Còn 63 khung chưa chứng minh giảm báo nhầm.</a:t>
            </a:r>
          </a:p>
        </p:txBody>
      </p:sp>
    </p:spTree>
    <p:extLst>
      <p:ext uri="{BB962C8B-B14F-4D97-AF65-F5344CB8AC3E}">
        <p14:creationId xmlns:p14="http://schemas.microsoft.com/office/powerpoint/2010/main" val="72420327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B27F3CB-75F7-4C87-B5A5-F99115820ACE}"/>
              </a:ext>
            </a:extLst>
          </p:cNvPr>
          <p:cNvSpPr>
            <a:spLocks xmlns:a="http://schemas.openxmlformats.org/drawingml/2006/main" noGrp="1"/>
          </p:cNvSpPr>
          <p:nvPr/>
        </p:nvSpPr>
        <p:spPr>
          <a:xfrm xmlns:a="http://schemas.openxmlformats.org/drawingml/2006/main">
            <a:off x="876300" y="838200"/>
            <a:ext cx="76200" cy="819150"/>
          </a:xfrm>
          <a:prstGeom xmlns:a="http://schemas.openxmlformats.org/drawingml/2006/main" prst="rect">
            <a:avLst/>
          </a:prstGeom>
          <a:solidFill xmlns:a="http://schemas.openxmlformats.org/drawingml/2006/main">
            <a:srgbClr val="007A5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7E88A04-DF66-498F-8047-B9CEEFDD2D44}"/>
              </a:ext>
            </a:extLst>
          </p:cNvPr>
          <p:cNvSpPr>
            <a:spLocks xmlns:a="http://schemas.openxmlformats.org/drawingml/2006/main" noGrp="1"/>
          </p:cNvSpPr>
          <p:nvPr/>
        </p:nvSpPr>
        <p:spPr>
          <a:xfrm xmlns:a="http://schemas.openxmlformats.org/drawingml/2006/main">
            <a:off x="1095375" y="819150"/>
            <a:ext cx="14287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050" b="0">
                <a:solidFill>
                  <a:srgbClr val="000000"/>
                </a:solidFill>
                <a:latin typeface="Arial"/>
                <a:ea typeface="Arial"/>
                <a:cs typeface="Arial"/>
              </a:defRPr>
            </a:defPPr>
            <a:lvl1pPr algn="l">
              <a:defRPr sz="4050" b="0">
                <a:solidFill>
                  <a:srgbClr val="000000"/>
                </a:solidFill>
                <a:latin typeface="Arial"/>
                <a:ea typeface="Arial"/>
                <a:cs typeface="Arial"/>
              </a:defRPr>
            </a:lvl1pPr>
            <a:lvl2pPr algn="l">
              <a:defRPr sz="4050" b="0">
                <a:solidFill>
                  <a:srgbClr val="000000"/>
                </a:solidFill>
                <a:latin typeface="Arial"/>
                <a:ea typeface="Arial"/>
                <a:cs typeface="Arial"/>
              </a:defRPr>
            </a:lvl2pPr>
            <a:lvl3pPr algn="l">
              <a:defRPr sz="4050" b="0">
                <a:solidFill>
                  <a:srgbClr val="000000"/>
                </a:solidFill>
                <a:latin typeface="Arial"/>
                <a:ea typeface="Arial"/>
                <a:cs typeface="Arial"/>
              </a:defRPr>
            </a:lvl3pPr>
            <a:lvl4pPr algn="l">
              <a:defRPr sz="4050" b="0">
                <a:solidFill>
                  <a:srgbClr val="000000"/>
                </a:solidFill>
                <a:latin typeface="Arial"/>
                <a:ea typeface="Arial"/>
                <a:cs typeface="Arial"/>
              </a:defRPr>
            </a:lvl4pPr>
            <a:lvl5pPr algn="l">
              <a:defRPr sz="4050" b="0">
                <a:solidFill>
                  <a:srgbClr val="000000"/>
                </a:solidFill>
                <a:latin typeface="Arial"/>
                <a:ea typeface="Arial"/>
                <a:cs typeface="Arial"/>
              </a:defRPr>
            </a:lvl5pPr>
            <a:lvl6pPr algn="l">
              <a:defRPr sz="4050" b="0">
                <a:solidFill>
                  <a:srgbClr val="000000"/>
                </a:solidFill>
                <a:latin typeface="Arial"/>
                <a:ea typeface="Arial"/>
                <a:cs typeface="Arial"/>
              </a:defRPr>
            </a:lvl6pPr>
            <a:lvl7pPr algn="l">
              <a:defRPr sz="4050" b="0">
                <a:solidFill>
                  <a:srgbClr val="000000"/>
                </a:solidFill>
                <a:latin typeface="Arial"/>
                <a:ea typeface="Arial"/>
                <a:cs typeface="Arial"/>
              </a:defRPr>
            </a:lvl7pPr>
            <a:lvl8pPr algn="l">
              <a:defRPr sz="4050" b="0">
                <a:solidFill>
                  <a:srgbClr val="000000"/>
                </a:solidFill>
                <a:latin typeface="Arial"/>
                <a:ea typeface="Arial"/>
                <a:cs typeface="Arial"/>
              </a:defRPr>
            </a:lvl8pPr>
            <a:lvl9pPr algn="l">
              <a:defRPr sz="4050" b="0">
                <a:solidFill>
                  <a:srgbClr val="000000"/>
                </a:solidFill>
                <a:latin typeface="Arial"/>
                <a:ea typeface="Arial"/>
                <a:cs typeface="Arial"/>
              </a:defRPr>
            </a:lvl9pPr>
          </a:lstStyle>
          <a:p xmlns:a="http://schemas.openxmlformats.org/drawingml/2006/main">
            <a:pPr algn="l">
              <a:defRPr sz="4050" b="0">
                <a:solidFill>
                  <a:srgbClr val="000000"/>
                </a:solidFill>
                <a:latin typeface="Arial"/>
                <a:ea typeface="Arial"/>
                <a:cs typeface="Arial"/>
              </a:defRPr>
            </a:pPr>
            <a:r>
              <a:rPr sz="4050" b="0">
                <a:solidFill>
                  <a:srgbClr val="000000"/>
                </a:solidFill>
                <a:latin typeface="Arial"/>
                <a:ea typeface="Arial"/>
                <a:cs typeface="Arial"/>
              </a:rPr>
              <a:t>Kết Quả Chạy Trên Video</a:t>
            </a:r>
          </a:p>
        </p:txBody>
      </p:sp>
      <p:sp>
        <p:nvSpPr>
          <p:cNvPr id="3" name="">
            <a:extLst xmlns:a="http://schemas.openxmlformats.org/drawingml/2006/main">
              <a:ext uri="{FF2B5EF4-FFF2-40B4-BE49-F238E27FC236}">
                <a16:creationId xmlns:a16="http://schemas.microsoft.com/office/drawing/2014/main" id="{5066A82C-BDB7-460A-8C89-AAA504E0E6D9}"/>
              </a:ext>
            </a:extLst>
          </p:cNvPr>
          <p:cNvSpPr>
            <a:spLocks xmlns:a="http://schemas.openxmlformats.org/drawingml/2006/main" noGrp="1"/>
          </p:cNvSpPr>
          <p:nvPr/>
        </p:nvSpPr>
        <p:spPr>
          <a:xfrm xmlns:a="http://schemas.openxmlformats.org/drawingml/2006/main">
            <a:off x="590550" y="2143125"/>
            <a:ext cx="8239125" cy="7239000"/>
          </a:xfrm>
          <a:prstGeom xmlns:a="http://schemas.openxmlformats.org/drawingml/2006/main" prst="roundRect">
            <a:avLst>
              <a:gd name="adj" fmla="val 2632"/>
            </a:avLst>
          </a:prstGeom>
          <a:solidFill xmlns:a="http://schemas.openxmlformats.org/drawingml/2006/main">
            <a:srgbClr val="F5F7F9"/>
          </a:solidFill>
          <a:ln xmlns:a="http://schemas.openxmlformats.org/drawingml/2006/main" w="12383">
            <a:solidFill>
              <a:srgbClr val="D9E1E8"/>
            </a:solidFill>
            <a:prstDash val="solid"/>
          </a:ln>
        </p:spPr>
      </p:sp>
      <p:sp>
        <p:nvSpPr>
          <p:cNvPr id="4" name="">
            <a:extLst xmlns:a="http://schemas.openxmlformats.org/drawingml/2006/main">
              <a:ext uri="{FF2B5EF4-FFF2-40B4-BE49-F238E27FC236}">
                <a16:creationId xmlns:a16="http://schemas.microsoft.com/office/drawing/2014/main" id="{9A32E8D8-003D-48B1-9121-F496F50D0C06}"/>
              </a:ext>
            </a:extLst>
          </p:cNvPr>
          <p:cNvSpPr>
            <a:spLocks xmlns:a="http://schemas.openxmlformats.org/drawingml/2006/main" noGrp="1"/>
          </p:cNvSpPr>
          <p:nvPr/>
        </p:nvSpPr>
        <p:spPr>
          <a:xfrm xmlns:a="http://schemas.openxmlformats.org/drawingml/2006/main">
            <a:off x="9620250" y="2143125"/>
            <a:ext cx="8239125" cy="7239000"/>
          </a:xfrm>
          <a:prstGeom xmlns:a="http://schemas.openxmlformats.org/drawingml/2006/main" prst="roundRect">
            <a:avLst>
              <a:gd name="adj" fmla="val 2632"/>
            </a:avLst>
          </a:prstGeom>
          <a:solidFill xmlns:a="http://schemas.openxmlformats.org/drawingml/2006/main">
            <a:srgbClr val="F5F7F9"/>
          </a:solidFill>
          <a:ln xmlns:a="http://schemas.openxmlformats.org/drawingml/2006/main" w="12383">
            <a:solidFill>
              <a:srgbClr val="D9E1E8"/>
            </a:solidFill>
            <a:prstDash val="solid"/>
          </a:ln>
        </p:spPr>
      </p:sp>
      <p:sp>
        <p:nvSpPr>
          <p:cNvPr id="5" name="">
            <a:extLst xmlns:a="http://schemas.openxmlformats.org/drawingml/2006/main">
              <a:ext uri="{FF2B5EF4-FFF2-40B4-BE49-F238E27FC236}">
                <a16:creationId xmlns:a16="http://schemas.microsoft.com/office/drawing/2014/main" id="{74D095E5-CD08-4B1B-B0DE-0D8BAB5538FF}"/>
              </a:ext>
            </a:extLst>
          </p:cNvPr>
          <p:cNvSpPr>
            <a:spLocks xmlns:a="http://schemas.openxmlformats.org/drawingml/2006/main" noGrp="1"/>
          </p:cNvSpPr>
          <p:nvPr/>
        </p:nvSpPr>
        <p:spPr>
          <a:xfrm xmlns:a="http://schemas.openxmlformats.org/drawingml/2006/main">
            <a:off x="1143000" y="2762250"/>
            <a:ext cx="714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007A58"/>
                </a:solidFill>
                <a:latin typeface="Arial"/>
                <a:ea typeface="Arial"/>
                <a:cs typeface="Arial"/>
              </a:defRPr>
            </a:defPPr>
            <a:lvl1pPr algn="l">
              <a:defRPr sz="2925" b="1">
                <a:solidFill>
                  <a:srgbClr val="007A58"/>
                </a:solidFill>
                <a:latin typeface="Arial"/>
                <a:ea typeface="Arial"/>
                <a:cs typeface="Arial"/>
              </a:defRPr>
            </a:lvl1pPr>
            <a:lvl2pPr algn="l">
              <a:defRPr sz="2925" b="1">
                <a:solidFill>
                  <a:srgbClr val="007A58"/>
                </a:solidFill>
                <a:latin typeface="Arial"/>
                <a:ea typeface="Arial"/>
                <a:cs typeface="Arial"/>
              </a:defRPr>
            </a:lvl2pPr>
            <a:lvl3pPr algn="l">
              <a:defRPr sz="2925" b="1">
                <a:solidFill>
                  <a:srgbClr val="007A58"/>
                </a:solidFill>
                <a:latin typeface="Arial"/>
                <a:ea typeface="Arial"/>
                <a:cs typeface="Arial"/>
              </a:defRPr>
            </a:lvl3pPr>
            <a:lvl4pPr algn="l">
              <a:defRPr sz="2925" b="1">
                <a:solidFill>
                  <a:srgbClr val="007A58"/>
                </a:solidFill>
                <a:latin typeface="Arial"/>
                <a:ea typeface="Arial"/>
                <a:cs typeface="Arial"/>
              </a:defRPr>
            </a:lvl4pPr>
            <a:lvl5pPr algn="l">
              <a:defRPr sz="2925" b="1">
                <a:solidFill>
                  <a:srgbClr val="007A58"/>
                </a:solidFill>
                <a:latin typeface="Arial"/>
                <a:ea typeface="Arial"/>
                <a:cs typeface="Arial"/>
              </a:defRPr>
            </a:lvl5pPr>
            <a:lvl6pPr algn="l">
              <a:defRPr sz="2925" b="1">
                <a:solidFill>
                  <a:srgbClr val="007A58"/>
                </a:solidFill>
                <a:latin typeface="Arial"/>
                <a:ea typeface="Arial"/>
                <a:cs typeface="Arial"/>
              </a:defRPr>
            </a:lvl6pPr>
            <a:lvl7pPr algn="l">
              <a:defRPr sz="2925" b="1">
                <a:solidFill>
                  <a:srgbClr val="007A58"/>
                </a:solidFill>
                <a:latin typeface="Arial"/>
                <a:ea typeface="Arial"/>
                <a:cs typeface="Arial"/>
              </a:defRPr>
            </a:lvl7pPr>
            <a:lvl8pPr algn="l">
              <a:defRPr sz="2925" b="1">
                <a:solidFill>
                  <a:srgbClr val="007A58"/>
                </a:solidFill>
                <a:latin typeface="Arial"/>
                <a:ea typeface="Arial"/>
                <a:cs typeface="Arial"/>
              </a:defRPr>
            </a:lvl8pPr>
            <a:lvl9pPr algn="l">
              <a:defRPr sz="2925" b="1">
                <a:solidFill>
                  <a:srgbClr val="007A58"/>
                </a:solidFill>
                <a:latin typeface="Arial"/>
                <a:ea typeface="Arial"/>
                <a:cs typeface="Arial"/>
              </a:defRPr>
            </a:lvl9pPr>
          </a:lstStyle>
          <a:p xmlns:a="http://schemas.openxmlformats.org/drawingml/2006/main">
            <a:pPr algn="l">
              <a:defRPr sz="2925" b="1">
                <a:solidFill>
                  <a:srgbClr val="007A58"/>
                </a:solidFill>
                <a:latin typeface="Arial"/>
                <a:ea typeface="Arial"/>
                <a:cs typeface="Arial"/>
              </a:defRPr>
            </a:pPr>
            <a:r>
              <a:rPr sz="2925" b="1">
                <a:solidFill>
                  <a:srgbClr val="007A58"/>
                </a:solidFill>
                <a:latin typeface="Arial"/>
                <a:ea typeface="Arial"/>
                <a:cs typeface="Arial"/>
              </a:rPr>
              <a:t>Video Có Lửa / Khói</a:t>
            </a:r>
          </a:p>
        </p:txBody>
      </p:sp>
      <p:sp>
        <p:nvSpPr>
          <p:cNvPr id="6" name="">
            <a:extLst xmlns:a="http://schemas.openxmlformats.org/drawingml/2006/main">
              <a:ext uri="{FF2B5EF4-FFF2-40B4-BE49-F238E27FC236}">
                <a16:creationId xmlns:a16="http://schemas.microsoft.com/office/drawing/2014/main" id="{25A35279-512A-4C01-856A-2B1801334E4F}"/>
              </a:ext>
            </a:extLst>
          </p:cNvPr>
          <p:cNvSpPr>
            <a:spLocks xmlns:a="http://schemas.openxmlformats.org/drawingml/2006/main" noGrp="1"/>
          </p:cNvSpPr>
          <p:nvPr/>
        </p:nvSpPr>
        <p:spPr>
          <a:xfrm xmlns:a="http://schemas.openxmlformats.org/drawingml/2006/main">
            <a:off x="1143000" y="3762375"/>
            <a:ext cx="7096125" cy="3238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0">
                <a:solidFill>
                  <a:srgbClr val="000000"/>
                </a:solidFill>
                <a:latin typeface="Arial"/>
                <a:ea typeface="Arial"/>
                <a:cs typeface="Arial"/>
              </a:defRPr>
            </a:defPPr>
            <a:lvl1pPr algn="l">
              <a:defRPr sz="2250" b="0">
                <a:solidFill>
                  <a:srgbClr val="000000"/>
                </a:solidFill>
                <a:latin typeface="Arial"/>
                <a:ea typeface="Arial"/>
                <a:cs typeface="Arial"/>
              </a:defRPr>
            </a:lvl1pPr>
            <a:lvl2pPr algn="l">
              <a:defRPr sz="2250" b="0">
                <a:solidFill>
                  <a:srgbClr val="000000"/>
                </a:solidFill>
                <a:latin typeface="Arial"/>
                <a:ea typeface="Arial"/>
                <a:cs typeface="Arial"/>
              </a:defRPr>
            </a:lvl2pPr>
            <a:lvl3pPr algn="l">
              <a:defRPr sz="2250" b="0">
                <a:solidFill>
                  <a:srgbClr val="000000"/>
                </a:solidFill>
                <a:latin typeface="Arial"/>
                <a:ea typeface="Arial"/>
                <a:cs typeface="Arial"/>
              </a:defRPr>
            </a:lvl3pPr>
            <a:lvl4pPr algn="l">
              <a:defRPr sz="2250" b="0">
                <a:solidFill>
                  <a:srgbClr val="000000"/>
                </a:solidFill>
                <a:latin typeface="Arial"/>
                <a:ea typeface="Arial"/>
                <a:cs typeface="Arial"/>
              </a:defRPr>
            </a:lvl4pPr>
            <a:lvl5pPr algn="l">
              <a:defRPr sz="2250" b="0">
                <a:solidFill>
                  <a:srgbClr val="000000"/>
                </a:solidFill>
                <a:latin typeface="Arial"/>
                <a:ea typeface="Arial"/>
                <a:cs typeface="Arial"/>
              </a:defRPr>
            </a:lvl5pPr>
            <a:lvl6pPr algn="l">
              <a:defRPr sz="2250" b="0">
                <a:solidFill>
                  <a:srgbClr val="000000"/>
                </a:solidFill>
                <a:latin typeface="Arial"/>
                <a:ea typeface="Arial"/>
                <a:cs typeface="Arial"/>
              </a:defRPr>
            </a:lvl6pPr>
            <a:lvl7pPr algn="l">
              <a:defRPr sz="2250" b="0">
                <a:solidFill>
                  <a:srgbClr val="000000"/>
                </a:solidFill>
                <a:latin typeface="Arial"/>
                <a:ea typeface="Arial"/>
                <a:cs typeface="Arial"/>
              </a:defRPr>
            </a:lvl7pPr>
            <a:lvl8pPr algn="l">
              <a:defRPr sz="2250" b="0">
                <a:solidFill>
                  <a:srgbClr val="000000"/>
                </a:solidFill>
                <a:latin typeface="Arial"/>
                <a:ea typeface="Arial"/>
                <a:cs typeface="Arial"/>
              </a:defRPr>
            </a:lvl8pPr>
            <a:lvl9pPr algn="l">
              <a:defRPr sz="2250" b="0">
                <a:solidFill>
                  <a:srgbClr val="000000"/>
                </a:solidFill>
                <a:latin typeface="Arial"/>
                <a:ea typeface="Arial"/>
                <a:cs typeface="Arial"/>
              </a:defRPr>
            </a:lvl9pPr>
          </a:lstStyle>
          <a:p xmlns:a="http://schemas.openxmlformats.org/drawingml/2006/main">
            <a:pPr algn="l">
              <a:defRPr sz="2250" b="0">
                <a:solidFill>
                  <a:srgbClr val="000000"/>
                </a:solidFill>
                <a:latin typeface="Arial"/>
                <a:ea typeface="Arial"/>
                <a:cs typeface="Arial"/>
              </a:defRPr>
            </a:pPr>
            <a:r>
              <a:rPr sz="2250" b="0">
                <a:solidFill>
                  <a:srgbClr val="000000"/>
                </a:solidFill>
                <a:latin typeface="Arial"/>
                <a:ea typeface="Arial"/>
                <a:cs typeface="Arial"/>
              </a:rPr>
              <a:t>Lửa: 21,45 giây, 643 khung</a:t>
            </a:r>
          </a:p>
          <a:p xmlns:a="http://schemas.openxmlformats.org/drawingml/2006/main">
            <a:pPr algn="l">
              <a:defRPr sz="2250" b="0">
                <a:solidFill>
                  <a:srgbClr val="000000"/>
                </a:solidFill>
                <a:latin typeface="Arial"/>
                <a:ea typeface="Arial"/>
                <a:cs typeface="Arial"/>
              </a:defRPr>
            </a:pPr>
            <a:r>
              <a:rPr sz="2250" b="0">
                <a:solidFill>
                  <a:srgbClr val="000000"/>
                </a:solidFill>
                <a:latin typeface="Arial"/>
                <a:ea typeface="Arial"/>
                <a:cs typeface="Arial"/>
              </a:rPr>
              <a:t>8 lần báo → 1 sự kiện</a:t>
            </a:r>
          </a:p>
          <a:p xmlns:a="http://schemas.openxmlformats.org/drawingml/2006/main">
            <a:r>
              <a:t/>
            </a:r>
          </a:p>
          <a:p xmlns:a="http://schemas.openxmlformats.org/drawingml/2006/main">
            <a:pPr algn="l">
              <a:defRPr sz="2250" b="0">
                <a:solidFill>
                  <a:srgbClr val="000000"/>
                </a:solidFill>
                <a:latin typeface="Arial"/>
                <a:ea typeface="Arial"/>
                <a:cs typeface="Arial"/>
              </a:defRPr>
            </a:pPr>
            <a:r>
              <a:rPr sz="2250" b="0">
                <a:solidFill>
                  <a:srgbClr val="000000"/>
                </a:solidFill>
                <a:latin typeface="Arial"/>
                <a:ea typeface="Arial"/>
                <a:cs typeface="Arial"/>
              </a:rPr>
              <a:t>Khói: 17,80 giây, 534 khung</a:t>
            </a:r>
          </a:p>
          <a:p xmlns:a="http://schemas.openxmlformats.org/drawingml/2006/main">
            <a:pPr algn="l">
              <a:defRPr sz="2250" b="0">
                <a:solidFill>
                  <a:srgbClr val="000000"/>
                </a:solidFill>
                <a:latin typeface="Arial"/>
                <a:ea typeface="Arial"/>
                <a:cs typeface="Arial"/>
              </a:defRPr>
            </a:pPr>
            <a:r>
              <a:rPr sz="2250" b="0">
                <a:solidFill>
                  <a:srgbClr val="000000"/>
                </a:solidFill>
                <a:latin typeface="Arial"/>
                <a:ea typeface="Arial"/>
                <a:cs typeface="Arial"/>
              </a:rPr>
              <a:t>3 lần báo → 1 sự kiện</a:t>
            </a:r>
          </a:p>
        </p:txBody>
      </p:sp>
      <p:sp>
        <p:nvSpPr>
          <p:cNvPr id="7" name="">
            <a:extLst xmlns:a="http://schemas.openxmlformats.org/drawingml/2006/main">
              <a:ext uri="{FF2B5EF4-FFF2-40B4-BE49-F238E27FC236}">
                <a16:creationId xmlns:a16="http://schemas.microsoft.com/office/drawing/2014/main" id="{01025389-F5A9-4527-8431-46BEA2BFBD2A}"/>
              </a:ext>
            </a:extLst>
          </p:cNvPr>
          <p:cNvSpPr>
            <a:spLocks xmlns:a="http://schemas.openxmlformats.org/drawingml/2006/main" noGrp="1"/>
          </p:cNvSpPr>
          <p:nvPr/>
        </p:nvSpPr>
        <p:spPr>
          <a:xfrm xmlns:a="http://schemas.openxmlformats.org/drawingml/2006/main">
            <a:off x="10191750" y="2762250"/>
            <a:ext cx="714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B4232E"/>
                </a:solidFill>
                <a:latin typeface="Arial"/>
                <a:ea typeface="Arial"/>
                <a:cs typeface="Arial"/>
              </a:defRPr>
            </a:defPPr>
            <a:lvl1pPr algn="l">
              <a:defRPr sz="2925" b="1">
                <a:solidFill>
                  <a:srgbClr val="B4232E"/>
                </a:solidFill>
                <a:latin typeface="Arial"/>
                <a:ea typeface="Arial"/>
                <a:cs typeface="Arial"/>
              </a:defRPr>
            </a:lvl1pPr>
            <a:lvl2pPr algn="l">
              <a:defRPr sz="2925" b="1">
                <a:solidFill>
                  <a:srgbClr val="B4232E"/>
                </a:solidFill>
                <a:latin typeface="Arial"/>
                <a:ea typeface="Arial"/>
                <a:cs typeface="Arial"/>
              </a:defRPr>
            </a:lvl2pPr>
            <a:lvl3pPr algn="l">
              <a:defRPr sz="2925" b="1">
                <a:solidFill>
                  <a:srgbClr val="B4232E"/>
                </a:solidFill>
                <a:latin typeface="Arial"/>
                <a:ea typeface="Arial"/>
                <a:cs typeface="Arial"/>
              </a:defRPr>
            </a:lvl3pPr>
            <a:lvl4pPr algn="l">
              <a:defRPr sz="2925" b="1">
                <a:solidFill>
                  <a:srgbClr val="B4232E"/>
                </a:solidFill>
                <a:latin typeface="Arial"/>
                <a:ea typeface="Arial"/>
                <a:cs typeface="Arial"/>
              </a:defRPr>
            </a:lvl4pPr>
            <a:lvl5pPr algn="l">
              <a:defRPr sz="2925" b="1">
                <a:solidFill>
                  <a:srgbClr val="B4232E"/>
                </a:solidFill>
                <a:latin typeface="Arial"/>
                <a:ea typeface="Arial"/>
                <a:cs typeface="Arial"/>
              </a:defRPr>
            </a:lvl5pPr>
            <a:lvl6pPr algn="l">
              <a:defRPr sz="2925" b="1">
                <a:solidFill>
                  <a:srgbClr val="B4232E"/>
                </a:solidFill>
                <a:latin typeface="Arial"/>
                <a:ea typeface="Arial"/>
                <a:cs typeface="Arial"/>
              </a:defRPr>
            </a:lvl6pPr>
            <a:lvl7pPr algn="l">
              <a:defRPr sz="2925" b="1">
                <a:solidFill>
                  <a:srgbClr val="B4232E"/>
                </a:solidFill>
                <a:latin typeface="Arial"/>
                <a:ea typeface="Arial"/>
                <a:cs typeface="Arial"/>
              </a:defRPr>
            </a:lvl7pPr>
            <a:lvl8pPr algn="l">
              <a:defRPr sz="2925" b="1">
                <a:solidFill>
                  <a:srgbClr val="B4232E"/>
                </a:solidFill>
                <a:latin typeface="Arial"/>
                <a:ea typeface="Arial"/>
                <a:cs typeface="Arial"/>
              </a:defRPr>
            </a:lvl8pPr>
            <a:lvl9pPr algn="l">
              <a:defRPr sz="2925" b="1">
                <a:solidFill>
                  <a:srgbClr val="B4232E"/>
                </a:solidFill>
                <a:latin typeface="Arial"/>
                <a:ea typeface="Arial"/>
                <a:cs typeface="Arial"/>
              </a:defRPr>
            </a:lvl9pPr>
          </a:lstStyle>
          <a:p xmlns:a="http://schemas.openxmlformats.org/drawingml/2006/main">
            <a:pPr algn="l">
              <a:defRPr sz="2925" b="1">
                <a:solidFill>
                  <a:srgbClr val="B4232E"/>
                </a:solidFill>
                <a:latin typeface="Arial"/>
                <a:ea typeface="Arial"/>
                <a:cs typeface="Arial"/>
              </a:defRPr>
            </a:pPr>
            <a:r>
              <a:rPr sz="2925" b="1">
                <a:solidFill>
                  <a:srgbClr val="B4232E"/>
                </a:solidFill>
                <a:latin typeface="Arial"/>
                <a:ea typeface="Arial"/>
                <a:cs typeface="Arial"/>
              </a:rPr>
              <a:t>Video Sạch</a:t>
            </a:r>
          </a:p>
        </p:txBody>
      </p:sp>
      <p:sp>
        <p:nvSpPr>
          <p:cNvPr id="8" name="">
            <a:extLst xmlns:a="http://schemas.openxmlformats.org/drawingml/2006/main">
              <a:ext uri="{FF2B5EF4-FFF2-40B4-BE49-F238E27FC236}">
                <a16:creationId xmlns:a16="http://schemas.microsoft.com/office/drawing/2014/main" id="{00DEF722-E690-4BD7-A0C2-6A11A158203E}"/>
              </a:ext>
            </a:extLst>
          </p:cNvPr>
          <p:cNvSpPr>
            <a:spLocks xmlns:a="http://schemas.openxmlformats.org/drawingml/2006/main" noGrp="1"/>
          </p:cNvSpPr>
          <p:nvPr/>
        </p:nvSpPr>
        <p:spPr>
          <a:xfrm xmlns:a="http://schemas.openxmlformats.org/drawingml/2006/main">
            <a:off x="10191750" y="3762375"/>
            <a:ext cx="7096125" cy="3238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0">
                <a:solidFill>
                  <a:srgbClr val="000000"/>
                </a:solidFill>
                <a:latin typeface="Arial"/>
                <a:ea typeface="Arial"/>
                <a:cs typeface="Arial"/>
              </a:defRPr>
            </a:defPPr>
            <a:lvl1pPr algn="l">
              <a:defRPr sz="2250" b="0">
                <a:solidFill>
                  <a:srgbClr val="000000"/>
                </a:solidFill>
                <a:latin typeface="Arial"/>
                <a:ea typeface="Arial"/>
                <a:cs typeface="Arial"/>
              </a:defRPr>
            </a:lvl1pPr>
            <a:lvl2pPr algn="l">
              <a:defRPr sz="2250" b="0">
                <a:solidFill>
                  <a:srgbClr val="000000"/>
                </a:solidFill>
                <a:latin typeface="Arial"/>
                <a:ea typeface="Arial"/>
                <a:cs typeface="Arial"/>
              </a:defRPr>
            </a:lvl2pPr>
            <a:lvl3pPr algn="l">
              <a:defRPr sz="2250" b="0">
                <a:solidFill>
                  <a:srgbClr val="000000"/>
                </a:solidFill>
                <a:latin typeface="Arial"/>
                <a:ea typeface="Arial"/>
                <a:cs typeface="Arial"/>
              </a:defRPr>
            </a:lvl3pPr>
            <a:lvl4pPr algn="l">
              <a:defRPr sz="2250" b="0">
                <a:solidFill>
                  <a:srgbClr val="000000"/>
                </a:solidFill>
                <a:latin typeface="Arial"/>
                <a:ea typeface="Arial"/>
                <a:cs typeface="Arial"/>
              </a:defRPr>
            </a:lvl4pPr>
            <a:lvl5pPr algn="l">
              <a:defRPr sz="2250" b="0">
                <a:solidFill>
                  <a:srgbClr val="000000"/>
                </a:solidFill>
                <a:latin typeface="Arial"/>
                <a:ea typeface="Arial"/>
                <a:cs typeface="Arial"/>
              </a:defRPr>
            </a:lvl5pPr>
            <a:lvl6pPr algn="l">
              <a:defRPr sz="2250" b="0">
                <a:solidFill>
                  <a:srgbClr val="000000"/>
                </a:solidFill>
                <a:latin typeface="Arial"/>
                <a:ea typeface="Arial"/>
                <a:cs typeface="Arial"/>
              </a:defRPr>
            </a:lvl6pPr>
            <a:lvl7pPr algn="l">
              <a:defRPr sz="2250" b="0">
                <a:solidFill>
                  <a:srgbClr val="000000"/>
                </a:solidFill>
                <a:latin typeface="Arial"/>
                <a:ea typeface="Arial"/>
                <a:cs typeface="Arial"/>
              </a:defRPr>
            </a:lvl7pPr>
            <a:lvl8pPr algn="l">
              <a:defRPr sz="2250" b="0">
                <a:solidFill>
                  <a:srgbClr val="000000"/>
                </a:solidFill>
                <a:latin typeface="Arial"/>
                <a:ea typeface="Arial"/>
                <a:cs typeface="Arial"/>
              </a:defRPr>
            </a:lvl8pPr>
            <a:lvl9pPr algn="l">
              <a:defRPr sz="2250" b="0">
                <a:solidFill>
                  <a:srgbClr val="000000"/>
                </a:solidFill>
                <a:latin typeface="Arial"/>
                <a:ea typeface="Arial"/>
                <a:cs typeface="Arial"/>
              </a:defRPr>
            </a:lvl9pPr>
          </a:lstStyle>
          <a:p xmlns:a="http://schemas.openxmlformats.org/drawingml/2006/main">
            <a:pPr algn="l">
              <a:defRPr sz="2250" b="0">
                <a:solidFill>
                  <a:srgbClr val="000000"/>
                </a:solidFill>
                <a:latin typeface="Arial"/>
                <a:ea typeface="Arial"/>
                <a:cs typeface="Arial"/>
              </a:defRPr>
            </a:pPr>
            <a:r>
              <a:rPr sz="2250" b="0">
                <a:solidFill>
                  <a:srgbClr val="000000"/>
                </a:solidFill>
                <a:latin typeface="Arial"/>
                <a:ea typeface="Arial"/>
                <a:cs typeface="Arial"/>
              </a:rPr>
              <a:t>Hai clip dài 15,07 và 10,27 giây.</a:t>
            </a:r>
          </a:p>
          <a:p xmlns:a="http://schemas.openxmlformats.org/drawingml/2006/main">
            <a:pPr algn="l">
              <a:defRPr sz="2250" b="0">
                <a:solidFill>
                  <a:srgbClr val="000000"/>
                </a:solidFill>
                <a:latin typeface="Arial"/>
                <a:ea typeface="Arial"/>
                <a:cs typeface="Arial"/>
              </a:defRPr>
            </a:pPr>
            <a:r>
              <a:rPr sz="2250" b="0">
                <a:solidFill>
                  <a:srgbClr val="000000"/>
                </a:solidFill>
                <a:latin typeface="Arial"/>
                <a:ea typeface="Arial"/>
                <a:cs typeface="Arial"/>
              </a:rPr>
              <a:t>Tổng cộng 25,33 giây.</a:t>
            </a:r>
          </a:p>
          <a:p xmlns:a="http://schemas.openxmlformats.org/drawingml/2006/main">
            <a:r>
              <a:t/>
            </a:r>
          </a:p>
          <a:p xmlns:a="http://schemas.openxmlformats.org/drawingml/2006/main">
            <a:pPr algn="l">
              <a:defRPr sz="2250" b="0">
                <a:solidFill>
                  <a:srgbClr val="000000"/>
                </a:solidFill>
                <a:latin typeface="Arial"/>
                <a:ea typeface="Arial"/>
                <a:cs typeface="Arial"/>
              </a:defRPr>
            </a:pPr>
            <a:r>
              <a:rPr sz="2250" b="0">
                <a:solidFill>
                  <a:srgbClr val="000000"/>
                </a:solidFill>
                <a:latin typeface="Arial"/>
                <a:ea typeface="Arial"/>
                <a:cs typeface="Arial"/>
              </a:rPr>
              <a:t>Không có cảnh báo quan sát được trong hai clip này.</a:t>
            </a:r>
          </a:p>
        </p:txBody>
      </p:sp>
      <p:sp>
        <p:nvSpPr>
          <p:cNvPr id="9" name="">
            <a:extLst xmlns:a="http://schemas.openxmlformats.org/drawingml/2006/main">
              <a:ext uri="{FF2B5EF4-FFF2-40B4-BE49-F238E27FC236}">
                <a16:creationId xmlns:a16="http://schemas.microsoft.com/office/drawing/2014/main" id="{88EAE486-EDC7-418F-908D-851E7358A354}"/>
              </a:ext>
            </a:extLst>
          </p:cNvPr>
          <p:cNvSpPr>
            <a:spLocks xmlns:a="http://schemas.openxmlformats.org/drawingml/2006/main" noGrp="1"/>
          </p:cNvSpPr>
          <p:nvPr/>
        </p:nvSpPr>
        <p:spPr>
          <a:xfrm xmlns:a="http://schemas.openxmlformats.org/drawingml/2006/main">
            <a:off x="1619250" y="8572500"/>
            <a:ext cx="15049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875" b="0">
                <a:solidFill>
                  <a:srgbClr val="333333"/>
                </a:solidFill>
                <a:latin typeface="Arial"/>
                <a:ea typeface="Arial"/>
                <a:cs typeface="Arial"/>
              </a:defRPr>
            </a:defPPr>
            <a:lvl1pPr algn="ctr">
              <a:defRPr sz="1875" b="0">
                <a:solidFill>
                  <a:srgbClr val="333333"/>
                </a:solidFill>
                <a:latin typeface="Arial"/>
                <a:ea typeface="Arial"/>
                <a:cs typeface="Arial"/>
              </a:defRPr>
            </a:lvl1pPr>
            <a:lvl2pPr algn="ctr">
              <a:defRPr sz="1875" b="0">
                <a:solidFill>
                  <a:srgbClr val="333333"/>
                </a:solidFill>
                <a:latin typeface="Arial"/>
                <a:ea typeface="Arial"/>
                <a:cs typeface="Arial"/>
              </a:defRPr>
            </a:lvl2pPr>
            <a:lvl3pPr algn="ctr">
              <a:defRPr sz="1875" b="0">
                <a:solidFill>
                  <a:srgbClr val="333333"/>
                </a:solidFill>
                <a:latin typeface="Arial"/>
                <a:ea typeface="Arial"/>
                <a:cs typeface="Arial"/>
              </a:defRPr>
            </a:lvl3pPr>
            <a:lvl4pPr algn="ctr">
              <a:defRPr sz="1875" b="0">
                <a:solidFill>
                  <a:srgbClr val="333333"/>
                </a:solidFill>
                <a:latin typeface="Arial"/>
                <a:ea typeface="Arial"/>
                <a:cs typeface="Arial"/>
              </a:defRPr>
            </a:lvl4pPr>
            <a:lvl5pPr algn="ctr">
              <a:defRPr sz="1875" b="0">
                <a:solidFill>
                  <a:srgbClr val="333333"/>
                </a:solidFill>
                <a:latin typeface="Arial"/>
                <a:ea typeface="Arial"/>
                <a:cs typeface="Arial"/>
              </a:defRPr>
            </a:lvl5pPr>
            <a:lvl6pPr algn="ctr">
              <a:defRPr sz="1875" b="0">
                <a:solidFill>
                  <a:srgbClr val="333333"/>
                </a:solidFill>
                <a:latin typeface="Arial"/>
                <a:ea typeface="Arial"/>
                <a:cs typeface="Arial"/>
              </a:defRPr>
            </a:lvl6pPr>
            <a:lvl7pPr algn="ctr">
              <a:defRPr sz="1875" b="0">
                <a:solidFill>
                  <a:srgbClr val="333333"/>
                </a:solidFill>
                <a:latin typeface="Arial"/>
                <a:ea typeface="Arial"/>
                <a:cs typeface="Arial"/>
              </a:defRPr>
            </a:lvl7pPr>
            <a:lvl8pPr algn="ctr">
              <a:defRPr sz="1875" b="0">
                <a:solidFill>
                  <a:srgbClr val="333333"/>
                </a:solidFill>
                <a:latin typeface="Arial"/>
                <a:ea typeface="Arial"/>
                <a:cs typeface="Arial"/>
              </a:defRPr>
            </a:lvl8pPr>
            <a:lvl9pPr algn="ctr">
              <a:defRPr sz="1875" b="0">
                <a:solidFill>
                  <a:srgbClr val="333333"/>
                </a:solidFill>
                <a:latin typeface="Arial"/>
                <a:ea typeface="Arial"/>
                <a:cs typeface="Arial"/>
              </a:defRPr>
            </a:lvl9pPr>
          </a:lstStyle>
          <a:p xmlns:a="http://schemas.openxmlformats.org/drawingml/2006/main">
            <a:pPr algn="ctr">
              <a:defRPr sz="1875" b="0">
                <a:solidFill>
                  <a:srgbClr val="333333"/>
                </a:solidFill>
                <a:latin typeface="Arial"/>
                <a:ea typeface="Arial"/>
                <a:cs typeface="Arial"/>
              </a:defRPr>
            </a:pPr>
            <a:r>
              <a:rPr sz="1875" b="0">
                <a:solidFill>
                  <a:srgbClr val="333333"/>
                </a:solidFill>
                <a:latin typeface="Arial"/>
                <a:ea typeface="Arial"/>
                <a:cs typeface="Arial"/>
              </a:rPr>
              <a:t>Video hiển thị chỉ hộp và tên FIRE / SMOKE; ảnh và log được lưu trên máy.</a:t>
            </a:r>
          </a:p>
        </p:txBody>
      </p:sp>
    </p:spTree>
    <p:extLst>
      <p:ext uri="{BB962C8B-B14F-4D97-AF65-F5344CB8AC3E}">
        <p14:creationId xmlns:p14="http://schemas.microsoft.com/office/powerpoint/2010/main" val="24394666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16E86CB2-5DD8-41F7-8451-C6A8270D9F36}"/>
              </a:ext>
            </a:extLst>
          </p:cNvPr>
          <p:cNvSpPr>
            <a:spLocks xmlns:a="http://schemas.openxmlformats.org/drawingml/2006/main" noGrp="1"/>
          </p:cNvSpPr>
          <p:nvPr/>
        </p:nvSpPr>
        <p:spPr>
          <a:xfrm xmlns:a="http://schemas.openxmlformats.org/drawingml/2006/main">
            <a:off x="876300" y="838200"/>
            <a:ext cx="76200" cy="819150"/>
          </a:xfrm>
          <a:prstGeom xmlns:a="http://schemas.openxmlformats.org/drawingml/2006/main" prst="rect">
            <a:avLst/>
          </a:prstGeom>
          <a:solidFill xmlns:a="http://schemas.openxmlformats.org/drawingml/2006/main">
            <a:srgbClr val="007A5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89536A1-0EE7-4D94-B147-43336A0F5155}"/>
              </a:ext>
            </a:extLst>
          </p:cNvPr>
          <p:cNvSpPr>
            <a:spLocks xmlns:a="http://schemas.openxmlformats.org/drawingml/2006/main" noGrp="1"/>
          </p:cNvSpPr>
          <p:nvPr/>
        </p:nvSpPr>
        <p:spPr>
          <a:xfrm xmlns:a="http://schemas.openxmlformats.org/drawingml/2006/main">
            <a:off x="1095375" y="819150"/>
            <a:ext cx="14287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050" b="0">
                <a:solidFill>
                  <a:srgbClr val="000000"/>
                </a:solidFill>
                <a:latin typeface="Arial"/>
                <a:ea typeface="Arial"/>
                <a:cs typeface="Arial"/>
              </a:defRPr>
            </a:defPPr>
            <a:lvl1pPr algn="l">
              <a:defRPr sz="4050" b="0">
                <a:solidFill>
                  <a:srgbClr val="000000"/>
                </a:solidFill>
                <a:latin typeface="Arial"/>
                <a:ea typeface="Arial"/>
                <a:cs typeface="Arial"/>
              </a:defRPr>
            </a:lvl1pPr>
            <a:lvl2pPr algn="l">
              <a:defRPr sz="4050" b="0">
                <a:solidFill>
                  <a:srgbClr val="000000"/>
                </a:solidFill>
                <a:latin typeface="Arial"/>
                <a:ea typeface="Arial"/>
                <a:cs typeface="Arial"/>
              </a:defRPr>
            </a:lvl2pPr>
            <a:lvl3pPr algn="l">
              <a:defRPr sz="4050" b="0">
                <a:solidFill>
                  <a:srgbClr val="000000"/>
                </a:solidFill>
                <a:latin typeface="Arial"/>
                <a:ea typeface="Arial"/>
                <a:cs typeface="Arial"/>
              </a:defRPr>
            </a:lvl3pPr>
            <a:lvl4pPr algn="l">
              <a:defRPr sz="4050" b="0">
                <a:solidFill>
                  <a:srgbClr val="000000"/>
                </a:solidFill>
                <a:latin typeface="Arial"/>
                <a:ea typeface="Arial"/>
                <a:cs typeface="Arial"/>
              </a:defRPr>
            </a:lvl4pPr>
            <a:lvl5pPr algn="l">
              <a:defRPr sz="4050" b="0">
                <a:solidFill>
                  <a:srgbClr val="000000"/>
                </a:solidFill>
                <a:latin typeface="Arial"/>
                <a:ea typeface="Arial"/>
                <a:cs typeface="Arial"/>
              </a:defRPr>
            </a:lvl5pPr>
            <a:lvl6pPr algn="l">
              <a:defRPr sz="4050" b="0">
                <a:solidFill>
                  <a:srgbClr val="000000"/>
                </a:solidFill>
                <a:latin typeface="Arial"/>
                <a:ea typeface="Arial"/>
                <a:cs typeface="Arial"/>
              </a:defRPr>
            </a:lvl6pPr>
            <a:lvl7pPr algn="l">
              <a:defRPr sz="4050" b="0">
                <a:solidFill>
                  <a:srgbClr val="000000"/>
                </a:solidFill>
                <a:latin typeface="Arial"/>
                <a:ea typeface="Arial"/>
                <a:cs typeface="Arial"/>
              </a:defRPr>
            </a:lvl7pPr>
            <a:lvl8pPr algn="l">
              <a:defRPr sz="4050" b="0">
                <a:solidFill>
                  <a:srgbClr val="000000"/>
                </a:solidFill>
                <a:latin typeface="Arial"/>
                <a:ea typeface="Arial"/>
                <a:cs typeface="Arial"/>
              </a:defRPr>
            </a:lvl8pPr>
            <a:lvl9pPr algn="l">
              <a:defRPr sz="4050" b="0">
                <a:solidFill>
                  <a:srgbClr val="000000"/>
                </a:solidFill>
                <a:latin typeface="Arial"/>
                <a:ea typeface="Arial"/>
                <a:cs typeface="Arial"/>
              </a:defRPr>
            </a:lvl9pPr>
          </a:lstStyle>
          <a:p xmlns:a="http://schemas.openxmlformats.org/drawingml/2006/main">
            <a:pPr algn="l">
              <a:defRPr sz="4050" b="0">
                <a:solidFill>
                  <a:srgbClr val="000000"/>
                </a:solidFill>
                <a:latin typeface="Arial"/>
                <a:ea typeface="Arial"/>
                <a:cs typeface="Arial"/>
              </a:defRPr>
            </a:pPr>
            <a:r>
              <a:rPr sz="4050" b="0">
                <a:solidFill>
                  <a:srgbClr val="000000"/>
                </a:solidFill>
                <a:latin typeface="Arial"/>
                <a:ea typeface="Arial"/>
                <a:cs typeface="Arial"/>
              </a:rPr>
              <a:t>mAP50 Theo Từng Lớp</a:t>
            </a:r>
          </a:p>
        </p:txBody>
      </p:sp>
      <p:sp>
        <p:nvSpPr>
          <p:cNvPr id="3" name="">
            <a:extLst xmlns:a="http://schemas.openxmlformats.org/drawingml/2006/main">
              <a:ext uri="{FF2B5EF4-FFF2-40B4-BE49-F238E27FC236}">
                <a16:creationId xmlns:a16="http://schemas.microsoft.com/office/drawing/2014/main" id="{15B26DF8-5939-4DD3-B1A3-FDC267F537D6}"/>
              </a:ext>
            </a:extLst>
          </p:cNvPr>
          <p:cNvSpPr>
            <a:spLocks xmlns:a="http://schemas.openxmlformats.org/drawingml/2006/main" noGrp="1"/>
          </p:cNvSpPr>
          <p:nvPr/>
        </p:nvSpPr>
        <p:spPr>
          <a:xfrm xmlns:a="http://schemas.openxmlformats.org/drawingml/2006/main">
            <a:off x="3714750" y="2667000"/>
            <a:ext cx="13335" cy="400050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D5B27C8-4D06-4FA0-8F9D-38C2A4576C95}"/>
              </a:ext>
            </a:extLst>
          </p:cNvPr>
          <p:cNvSpPr>
            <a:spLocks xmlns:a="http://schemas.openxmlformats.org/drawingml/2006/main" noGrp="1"/>
          </p:cNvSpPr>
          <p:nvPr/>
        </p:nvSpPr>
        <p:spPr>
          <a:xfrm xmlns:a="http://schemas.openxmlformats.org/drawingml/2006/main">
            <a:off x="3409950" y="6838950"/>
            <a:ext cx="66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725" b="0">
                <a:solidFill>
                  <a:srgbClr val="333333"/>
                </a:solidFill>
                <a:latin typeface="Arial"/>
                <a:ea typeface="Arial"/>
                <a:cs typeface="Arial"/>
              </a:defRPr>
            </a:defPPr>
            <a:lvl1pPr algn="ctr">
              <a:defRPr sz="1725" b="0">
                <a:solidFill>
                  <a:srgbClr val="333333"/>
                </a:solidFill>
                <a:latin typeface="Arial"/>
                <a:ea typeface="Arial"/>
                <a:cs typeface="Arial"/>
              </a:defRPr>
            </a:lvl1pPr>
            <a:lvl2pPr algn="ctr">
              <a:defRPr sz="1725" b="0">
                <a:solidFill>
                  <a:srgbClr val="333333"/>
                </a:solidFill>
                <a:latin typeface="Arial"/>
                <a:ea typeface="Arial"/>
                <a:cs typeface="Arial"/>
              </a:defRPr>
            </a:lvl2pPr>
            <a:lvl3pPr algn="ctr">
              <a:defRPr sz="1725" b="0">
                <a:solidFill>
                  <a:srgbClr val="333333"/>
                </a:solidFill>
                <a:latin typeface="Arial"/>
                <a:ea typeface="Arial"/>
                <a:cs typeface="Arial"/>
              </a:defRPr>
            </a:lvl3pPr>
            <a:lvl4pPr algn="ctr">
              <a:defRPr sz="1725" b="0">
                <a:solidFill>
                  <a:srgbClr val="333333"/>
                </a:solidFill>
                <a:latin typeface="Arial"/>
                <a:ea typeface="Arial"/>
                <a:cs typeface="Arial"/>
              </a:defRPr>
            </a:lvl4pPr>
            <a:lvl5pPr algn="ctr">
              <a:defRPr sz="1725" b="0">
                <a:solidFill>
                  <a:srgbClr val="333333"/>
                </a:solidFill>
                <a:latin typeface="Arial"/>
                <a:ea typeface="Arial"/>
                <a:cs typeface="Arial"/>
              </a:defRPr>
            </a:lvl5pPr>
            <a:lvl6pPr algn="ctr">
              <a:defRPr sz="1725" b="0">
                <a:solidFill>
                  <a:srgbClr val="333333"/>
                </a:solidFill>
                <a:latin typeface="Arial"/>
                <a:ea typeface="Arial"/>
                <a:cs typeface="Arial"/>
              </a:defRPr>
            </a:lvl6pPr>
            <a:lvl7pPr algn="ctr">
              <a:defRPr sz="1725" b="0">
                <a:solidFill>
                  <a:srgbClr val="333333"/>
                </a:solidFill>
                <a:latin typeface="Arial"/>
                <a:ea typeface="Arial"/>
                <a:cs typeface="Arial"/>
              </a:defRPr>
            </a:lvl7pPr>
            <a:lvl8pPr algn="ctr">
              <a:defRPr sz="1725" b="0">
                <a:solidFill>
                  <a:srgbClr val="333333"/>
                </a:solidFill>
                <a:latin typeface="Arial"/>
                <a:ea typeface="Arial"/>
                <a:cs typeface="Arial"/>
              </a:defRPr>
            </a:lvl8pPr>
            <a:lvl9pPr algn="ctr">
              <a:defRPr sz="1725" b="0">
                <a:solidFill>
                  <a:srgbClr val="333333"/>
                </a:solidFill>
                <a:latin typeface="Arial"/>
                <a:ea typeface="Arial"/>
                <a:cs typeface="Arial"/>
              </a:defRPr>
            </a:lvl9pPr>
          </a:lstStyle>
          <a:p xmlns:a="http://schemas.openxmlformats.org/drawingml/2006/main">
            <a:pPr algn="ctr">
              <a:defRPr sz="1725" b="0">
                <a:solidFill>
                  <a:srgbClr val="333333"/>
                </a:solidFill>
                <a:latin typeface="Arial"/>
                <a:ea typeface="Arial"/>
                <a:cs typeface="Arial"/>
              </a:defRPr>
            </a:pPr>
            <a:r>
              <a:rPr sz="1725" b="0">
                <a:solidFill>
                  <a:srgbClr val="333333"/>
                </a:solidFill>
                <a:latin typeface="Arial"/>
                <a:ea typeface="Arial"/>
                <a:cs typeface="Arial"/>
              </a:rPr>
              <a:t>0</a:t>
            </a:r>
          </a:p>
        </p:txBody>
      </p:sp>
      <p:sp>
        <p:nvSpPr>
          <p:cNvPr id="5" name="">
            <a:extLst xmlns:a="http://schemas.openxmlformats.org/drawingml/2006/main">
              <a:ext uri="{FF2B5EF4-FFF2-40B4-BE49-F238E27FC236}">
                <a16:creationId xmlns:a16="http://schemas.microsoft.com/office/drawing/2014/main" id="{99B6E138-C45A-44F7-A3A2-AD7474D6A1EB}"/>
              </a:ext>
            </a:extLst>
          </p:cNvPr>
          <p:cNvSpPr>
            <a:spLocks xmlns:a="http://schemas.openxmlformats.org/drawingml/2006/main" noGrp="1"/>
          </p:cNvSpPr>
          <p:nvPr/>
        </p:nvSpPr>
        <p:spPr>
          <a:xfrm xmlns:a="http://schemas.openxmlformats.org/drawingml/2006/main">
            <a:off x="6229350" y="2667000"/>
            <a:ext cx="13335" cy="400050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54A74C5-8232-4836-8FB7-7184E087BDD6}"/>
              </a:ext>
            </a:extLst>
          </p:cNvPr>
          <p:cNvSpPr>
            <a:spLocks xmlns:a="http://schemas.openxmlformats.org/drawingml/2006/main" noGrp="1"/>
          </p:cNvSpPr>
          <p:nvPr/>
        </p:nvSpPr>
        <p:spPr>
          <a:xfrm xmlns:a="http://schemas.openxmlformats.org/drawingml/2006/main">
            <a:off x="5924550" y="6838950"/>
            <a:ext cx="66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725" b="0">
                <a:solidFill>
                  <a:srgbClr val="333333"/>
                </a:solidFill>
                <a:latin typeface="Arial"/>
                <a:ea typeface="Arial"/>
                <a:cs typeface="Arial"/>
              </a:defRPr>
            </a:defPPr>
            <a:lvl1pPr algn="ctr">
              <a:defRPr sz="1725" b="0">
                <a:solidFill>
                  <a:srgbClr val="333333"/>
                </a:solidFill>
                <a:latin typeface="Arial"/>
                <a:ea typeface="Arial"/>
                <a:cs typeface="Arial"/>
              </a:defRPr>
            </a:lvl1pPr>
            <a:lvl2pPr algn="ctr">
              <a:defRPr sz="1725" b="0">
                <a:solidFill>
                  <a:srgbClr val="333333"/>
                </a:solidFill>
                <a:latin typeface="Arial"/>
                <a:ea typeface="Arial"/>
                <a:cs typeface="Arial"/>
              </a:defRPr>
            </a:lvl2pPr>
            <a:lvl3pPr algn="ctr">
              <a:defRPr sz="1725" b="0">
                <a:solidFill>
                  <a:srgbClr val="333333"/>
                </a:solidFill>
                <a:latin typeface="Arial"/>
                <a:ea typeface="Arial"/>
                <a:cs typeface="Arial"/>
              </a:defRPr>
            </a:lvl3pPr>
            <a:lvl4pPr algn="ctr">
              <a:defRPr sz="1725" b="0">
                <a:solidFill>
                  <a:srgbClr val="333333"/>
                </a:solidFill>
                <a:latin typeface="Arial"/>
                <a:ea typeface="Arial"/>
                <a:cs typeface="Arial"/>
              </a:defRPr>
            </a:lvl4pPr>
            <a:lvl5pPr algn="ctr">
              <a:defRPr sz="1725" b="0">
                <a:solidFill>
                  <a:srgbClr val="333333"/>
                </a:solidFill>
                <a:latin typeface="Arial"/>
                <a:ea typeface="Arial"/>
                <a:cs typeface="Arial"/>
              </a:defRPr>
            </a:lvl5pPr>
            <a:lvl6pPr algn="ctr">
              <a:defRPr sz="1725" b="0">
                <a:solidFill>
                  <a:srgbClr val="333333"/>
                </a:solidFill>
                <a:latin typeface="Arial"/>
                <a:ea typeface="Arial"/>
                <a:cs typeface="Arial"/>
              </a:defRPr>
            </a:lvl6pPr>
            <a:lvl7pPr algn="ctr">
              <a:defRPr sz="1725" b="0">
                <a:solidFill>
                  <a:srgbClr val="333333"/>
                </a:solidFill>
                <a:latin typeface="Arial"/>
                <a:ea typeface="Arial"/>
                <a:cs typeface="Arial"/>
              </a:defRPr>
            </a:lvl7pPr>
            <a:lvl8pPr algn="ctr">
              <a:defRPr sz="1725" b="0">
                <a:solidFill>
                  <a:srgbClr val="333333"/>
                </a:solidFill>
                <a:latin typeface="Arial"/>
                <a:ea typeface="Arial"/>
                <a:cs typeface="Arial"/>
              </a:defRPr>
            </a:lvl8pPr>
            <a:lvl9pPr algn="ctr">
              <a:defRPr sz="1725" b="0">
                <a:solidFill>
                  <a:srgbClr val="333333"/>
                </a:solidFill>
                <a:latin typeface="Arial"/>
                <a:ea typeface="Arial"/>
                <a:cs typeface="Arial"/>
              </a:defRPr>
            </a:lvl9pPr>
          </a:lstStyle>
          <a:p xmlns:a="http://schemas.openxmlformats.org/drawingml/2006/main">
            <a:pPr algn="ctr">
              <a:defRPr sz="1725" b="0">
                <a:solidFill>
                  <a:srgbClr val="333333"/>
                </a:solidFill>
                <a:latin typeface="Arial"/>
                <a:ea typeface="Arial"/>
                <a:cs typeface="Arial"/>
              </a:defRPr>
            </a:pPr>
            <a:r>
              <a:rPr sz="1725" b="0">
                <a:solidFill>
                  <a:srgbClr val="333333"/>
                </a:solidFill>
                <a:latin typeface="Arial"/>
                <a:ea typeface="Arial"/>
                <a:cs typeface="Arial"/>
              </a:rPr>
              <a:t>20</a:t>
            </a:r>
          </a:p>
        </p:txBody>
      </p:sp>
      <p:sp>
        <p:nvSpPr>
          <p:cNvPr id="7" name="">
            <a:extLst xmlns:a="http://schemas.openxmlformats.org/drawingml/2006/main">
              <a:ext uri="{FF2B5EF4-FFF2-40B4-BE49-F238E27FC236}">
                <a16:creationId xmlns:a16="http://schemas.microsoft.com/office/drawing/2014/main" id="{28EED786-68B5-48AA-831F-82478F214AFB}"/>
              </a:ext>
            </a:extLst>
          </p:cNvPr>
          <p:cNvSpPr>
            <a:spLocks xmlns:a="http://schemas.openxmlformats.org/drawingml/2006/main" noGrp="1"/>
          </p:cNvSpPr>
          <p:nvPr/>
        </p:nvSpPr>
        <p:spPr>
          <a:xfrm xmlns:a="http://schemas.openxmlformats.org/drawingml/2006/main">
            <a:off x="8743950" y="2667000"/>
            <a:ext cx="13335" cy="400050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E611F14-BBF3-41E6-A3A6-BE9C3D5D37A0}"/>
              </a:ext>
            </a:extLst>
          </p:cNvPr>
          <p:cNvSpPr>
            <a:spLocks xmlns:a="http://schemas.openxmlformats.org/drawingml/2006/main" noGrp="1"/>
          </p:cNvSpPr>
          <p:nvPr/>
        </p:nvSpPr>
        <p:spPr>
          <a:xfrm xmlns:a="http://schemas.openxmlformats.org/drawingml/2006/main">
            <a:off x="8439150" y="6838950"/>
            <a:ext cx="66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725" b="0">
                <a:solidFill>
                  <a:srgbClr val="333333"/>
                </a:solidFill>
                <a:latin typeface="Arial"/>
                <a:ea typeface="Arial"/>
                <a:cs typeface="Arial"/>
              </a:defRPr>
            </a:defPPr>
            <a:lvl1pPr algn="ctr">
              <a:defRPr sz="1725" b="0">
                <a:solidFill>
                  <a:srgbClr val="333333"/>
                </a:solidFill>
                <a:latin typeface="Arial"/>
                <a:ea typeface="Arial"/>
                <a:cs typeface="Arial"/>
              </a:defRPr>
            </a:lvl1pPr>
            <a:lvl2pPr algn="ctr">
              <a:defRPr sz="1725" b="0">
                <a:solidFill>
                  <a:srgbClr val="333333"/>
                </a:solidFill>
                <a:latin typeface="Arial"/>
                <a:ea typeface="Arial"/>
                <a:cs typeface="Arial"/>
              </a:defRPr>
            </a:lvl2pPr>
            <a:lvl3pPr algn="ctr">
              <a:defRPr sz="1725" b="0">
                <a:solidFill>
                  <a:srgbClr val="333333"/>
                </a:solidFill>
                <a:latin typeface="Arial"/>
                <a:ea typeface="Arial"/>
                <a:cs typeface="Arial"/>
              </a:defRPr>
            </a:lvl3pPr>
            <a:lvl4pPr algn="ctr">
              <a:defRPr sz="1725" b="0">
                <a:solidFill>
                  <a:srgbClr val="333333"/>
                </a:solidFill>
                <a:latin typeface="Arial"/>
                <a:ea typeface="Arial"/>
                <a:cs typeface="Arial"/>
              </a:defRPr>
            </a:lvl4pPr>
            <a:lvl5pPr algn="ctr">
              <a:defRPr sz="1725" b="0">
                <a:solidFill>
                  <a:srgbClr val="333333"/>
                </a:solidFill>
                <a:latin typeface="Arial"/>
                <a:ea typeface="Arial"/>
                <a:cs typeface="Arial"/>
              </a:defRPr>
            </a:lvl5pPr>
            <a:lvl6pPr algn="ctr">
              <a:defRPr sz="1725" b="0">
                <a:solidFill>
                  <a:srgbClr val="333333"/>
                </a:solidFill>
                <a:latin typeface="Arial"/>
                <a:ea typeface="Arial"/>
                <a:cs typeface="Arial"/>
              </a:defRPr>
            </a:lvl6pPr>
            <a:lvl7pPr algn="ctr">
              <a:defRPr sz="1725" b="0">
                <a:solidFill>
                  <a:srgbClr val="333333"/>
                </a:solidFill>
                <a:latin typeface="Arial"/>
                <a:ea typeface="Arial"/>
                <a:cs typeface="Arial"/>
              </a:defRPr>
            </a:lvl7pPr>
            <a:lvl8pPr algn="ctr">
              <a:defRPr sz="1725" b="0">
                <a:solidFill>
                  <a:srgbClr val="333333"/>
                </a:solidFill>
                <a:latin typeface="Arial"/>
                <a:ea typeface="Arial"/>
                <a:cs typeface="Arial"/>
              </a:defRPr>
            </a:lvl8pPr>
            <a:lvl9pPr algn="ctr">
              <a:defRPr sz="1725" b="0">
                <a:solidFill>
                  <a:srgbClr val="333333"/>
                </a:solidFill>
                <a:latin typeface="Arial"/>
                <a:ea typeface="Arial"/>
                <a:cs typeface="Arial"/>
              </a:defRPr>
            </a:lvl9pPr>
          </a:lstStyle>
          <a:p xmlns:a="http://schemas.openxmlformats.org/drawingml/2006/main">
            <a:pPr algn="ctr">
              <a:defRPr sz="1725" b="0">
                <a:solidFill>
                  <a:srgbClr val="333333"/>
                </a:solidFill>
                <a:latin typeface="Arial"/>
                <a:ea typeface="Arial"/>
                <a:cs typeface="Arial"/>
              </a:defRPr>
            </a:pPr>
            <a:r>
              <a:rPr sz="1725" b="0">
                <a:solidFill>
                  <a:srgbClr val="333333"/>
                </a:solidFill>
                <a:latin typeface="Arial"/>
                <a:ea typeface="Arial"/>
                <a:cs typeface="Arial"/>
              </a:rPr>
              <a:t>40</a:t>
            </a:r>
          </a:p>
        </p:txBody>
      </p:sp>
      <p:sp>
        <p:nvSpPr>
          <p:cNvPr id="9" name="">
            <a:extLst xmlns:a="http://schemas.openxmlformats.org/drawingml/2006/main">
              <a:ext uri="{FF2B5EF4-FFF2-40B4-BE49-F238E27FC236}">
                <a16:creationId xmlns:a16="http://schemas.microsoft.com/office/drawing/2014/main" id="{446372E4-CD31-42A4-86C6-DCEE10D17439}"/>
              </a:ext>
            </a:extLst>
          </p:cNvPr>
          <p:cNvSpPr>
            <a:spLocks xmlns:a="http://schemas.openxmlformats.org/drawingml/2006/main" noGrp="1"/>
          </p:cNvSpPr>
          <p:nvPr/>
        </p:nvSpPr>
        <p:spPr>
          <a:xfrm xmlns:a="http://schemas.openxmlformats.org/drawingml/2006/main">
            <a:off x="11258550" y="2667000"/>
            <a:ext cx="13335" cy="400050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052F882-A12B-42B0-A3BA-1C51D7038B16}"/>
              </a:ext>
            </a:extLst>
          </p:cNvPr>
          <p:cNvSpPr>
            <a:spLocks xmlns:a="http://schemas.openxmlformats.org/drawingml/2006/main" noGrp="1"/>
          </p:cNvSpPr>
          <p:nvPr/>
        </p:nvSpPr>
        <p:spPr>
          <a:xfrm xmlns:a="http://schemas.openxmlformats.org/drawingml/2006/main">
            <a:off x="10953750" y="6838950"/>
            <a:ext cx="66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725" b="0">
                <a:solidFill>
                  <a:srgbClr val="333333"/>
                </a:solidFill>
                <a:latin typeface="Arial"/>
                <a:ea typeface="Arial"/>
                <a:cs typeface="Arial"/>
              </a:defRPr>
            </a:defPPr>
            <a:lvl1pPr algn="ctr">
              <a:defRPr sz="1725" b="0">
                <a:solidFill>
                  <a:srgbClr val="333333"/>
                </a:solidFill>
                <a:latin typeface="Arial"/>
                <a:ea typeface="Arial"/>
                <a:cs typeface="Arial"/>
              </a:defRPr>
            </a:lvl1pPr>
            <a:lvl2pPr algn="ctr">
              <a:defRPr sz="1725" b="0">
                <a:solidFill>
                  <a:srgbClr val="333333"/>
                </a:solidFill>
                <a:latin typeface="Arial"/>
                <a:ea typeface="Arial"/>
                <a:cs typeface="Arial"/>
              </a:defRPr>
            </a:lvl2pPr>
            <a:lvl3pPr algn="ctr">
              <a:defRPr sz="1725" b="0">
                <a:solidFill>
                  <a:srgbClr val="333333"/>
                </a:solidFill>
                <a:latin typeface="Arial"/>
                <a:ea typeface="Arial"/>
                <a:cs typeface="Arial"/>
              </a:defRPr>
            </a:lvl3pPr>
            <a:lvl4pPr algn="ctr">
              <a:defRPr sz="1725" b="0">
                <a:solidFill>
                  <a:srgbClr val="333333"/>
                </a:solidFill>
                <a:latin typeface="Arial"/>
                <a:ea typeface="Arial"/>
                <a:cs typeface="Arial"/>
              </a:defRPr>
            </a:lvl4pPr>
            <a:lvl5pPr algn="ctr">
              <a:defRPr sz="1725" b="0">
                <a:solidFill>
                  <a:srgbClr val="333333"/>
                </a:solidFill>
                <a:latin typeface="Arial"/>
                <a:ea typeface="Arial"/>
                <a:cs typeface="Arial"/>
              </a:defRPr>
            </a:lvl5pPr>
            <a:lvl6pPr algn="ctr">
              <a:defRPr sz="1725" b="0">
                <a:solidFill>
                  <a:srgbClr val="333333"/>
                </a:solidFill>
                <a:latin typeface="Arial"/>
                <a:ea typeface="Arial"/>
                <a:cs typeface="Arial"/>
              </a:defRPr>
            </a:lvl6pPr>
            <a:lvl7pPr algn="ctr">
              <a:defRPr sz="1725" b="0">
                <a:solidFill>
                  <a:srgbClr val="333333"/>
                </a:solidFill>
                <a:latin typeface="Arial"/>
                <a:ea typeface="Arial"/>
                <a:cs typeface="Arial"/>
              </a:defRPr>
            </a:lvl7pPr>
            <a:lvl8pPr algn="ctr">
              <a:defRPr sz="1725" b="0">
                <a:solidFill>
                  <a:srgbClr val="333333"/>
                </a:solidFill>
                <a:latin typeface="Arial"/>
                <a:ea typeface="Arial"/>
                <a:cs typeface="Arial"/>
              </a:defRPr>
            </a:lvl8pPr>
            <a:lvl9pPr algn="ctr">
              <a:defRPr sz="1725" b="0">
                <a:solidFill>
                  <a:srgbClr val="333333"/>
                </a:solidFill>
                <a:latin typeface="Arial"/>
                <a:ea typeface="Arial"/>
                <a:cs typeface="Arial"/>
              </a:defRPr>
            </a:lvl9pPr>
          </a:lstStyle>
          <a:p xmlns:a="http://schemas.openxmlformats.org/drawingml/2006/main">
            <a:pPr algn="ctr">
              <a:defRPr sz="1725" b="0">
                <a:solidFill>
                  <a:srgbClr val="333333"/>
                </a:solidFill>
                <a:latin typeface="Arial"/>
                <a:ea typeface="Arial"/>
                <a:cs typeface="Arial"/>
              </a:defRPr>
            </a:pPr>
            <a:r>
              <a:rPr sz="1725" b="0">
                <a:solidFill>
                  <a:srgbClr val="333333"/>
                </a:solidFill>
                <a:latin typeface="Arial"/>
                <a:ea typeface="Arial"/>
                <a:cs typeface="Arial"/>
              </a:rPr>
              <a:t>60</a:t>
            </a:r>
          </a:p>
        </p:txBody>
      </p:sp>
      <p:sp>
        <p:nvSpPr>
          <p:cNvPr id="11" name="">
            <a:extLst xmlns:a="http://schemas.openxmlformats.org/drawingml/2006/main">
              <a:ext uri="{FF2B5EF4-FFF2-40B4-BE49-F238E27FC236}">
                <a16:creationId xmlns:a16="http://schemas.microsoft.com/office/drawing/2014/main" id="{99D52AAB-C825-47AF-80D5-F4582779102E}"/>
              </a:ext>
            </a:extLst>
          </p:cNvPr>
          <p:cNvSpPr>
            <a:spLocks xmlns:a="http://schemas.openxmlformats.org/drawingml/2006/main" noGrp="1"/>
          </p:cNvSpPr>
          <p:nvPr/>
        </p:nvSpPr>
        <p:spPr>
          <a:xfrm xmlns:a="http://schemas.openxmlformats.org/drawingml/2006/main">
            <a:off x="13773150" y="2667000"/>
            <a:ext cx="13335" cy="400050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DD539A7-033F-484D-803D-1775D1716D95}"/>
              </a:ext>
            </a:extLst>
          </p:cNvPr>
          <p:cNvSpPr>
            <a:spLocks xmlns:a="http://schemas.openxmlformats.org/drawingml/2006/main" noGrp="1"/>
          </p:cNvSpPr>
          <p:nvPr/>
        </p:nvSpPr>
        <p:spPr>
          <a:xfrm xmlns:a="http://schemas.openxmlformats.org/drawingml/2006/main">
            <a:off x="13468350" y="6838950"/>
            <a:ext cx="66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725" b="0">
                <a:solidFill>
                  <a:srgbClr val="333333"/>
                </a:solidFill>
                <a:latin typeface="Arial"/>
                <a:ea typeface="Arial"/>
                <a:cs typeface="Arial"/>
              </a:defRPr>
            </a:defPPr>
            <a:lvl1pPr algn="ctr">
              <a:defRPr sz="1725" b="0">
                <a:solidFill>
                  <a:srgbClr val="333333"/>
                </a:solidFill>
                <a:latin typeface="Arial"/>
                <a:ea typeface="Arial"/>
                <a:cs typeface="Arial"/>
              </a:defRPr>
            </a:lvl1pPr>
            <a:lvl2pPr algn="ctr">
              <a:defRPr sz="1725" b="0">
                <a:solidFill>
                  <a:srgbClr val="333333"/>
                </a:solidFill>
                <a:latin typeface="Arial"/>
                <a:ea typeface="Arial"/>
                <a:cs typeface="Arial"/>
              </a:defRPr>
            </a:lvl2pPr>
            <a:lvl3pPr algn="ctr">
              <a:defRPr sz="1725" b="0">
                <a:solidFill>
                  <a:srgbClr val="333333"/>
                </a:solidFill>
                <a:latin typeface="Arial"/>
                <a:ea typeface="Arial"/>
                <a:cs typeface="Arial"/>
              </a:defRPr>
            </a:lvl3pPr>
            <a:lvl4pPr algn="ctr">
              <a:defRPr sz="1725" b="0">
                <a:solidFill>
                  <a:srgbClr val="333333"/>
                </a:solidFill>
                <a:latin typeface="Arial"/>
                <a:ea typeface="Arial"/>
                <a:cs typeface="Arial"/>
              </a:defRPr>
            </a:lvl4pPr>
            <a:lvl5pPr algn="ctr">
              <a:defRPr sz="1725" b="0">
                <a:solidFill>
                  <a:srgbClr val="333333"/>
                </a:solidFill>
                <a:latin typeface="Arial"/>
                <a:ea typeface="Arial"/>
                <a:cs typeface="Arial"/>
              </a:defRPr>
            </a:lvl5pPr>
            <a:lvl6pPr algn="ctr">
              <a:defRPr sz="1725" b="0">
                <a:solidFill>
                  <a:srgbClr val="333333"/>
                </a:solidFill>
                <a:latin typeface="Arial"/>
                <a:ea typeface="Arial"/>
                <a:cs typeface="Arial"/>
              </a:defRPr>
            </a:lvl6pPr>
            <a:lvl7pPr algn="ctr">
              <a:defRPr sz="1725" b="0">
                <a:solidFill>
                  <a:srgbClr val="333333"/>
                </a:solidFill>
                <a:latin typeface="Arial"/>
                <a:ea typeface="Arial"/>
                <a:cs typeface="Arial"/>
              </a:defRPr>
            </a:lvl7pPr>
            <a:lvl8pPr algn="ctr">
              <a:defRPr sz="1725" b="0">
                <a:solidFill>
                  <a:srgbClr val="333333"/>
                </a:solidFill>
                <a:latin typeface="Arial"/>
                <a:ea typeface="Arial"/>
                <a:cs typeface="Arial"/>
              </a:defRPr>
            </a:lvl8pPr>
            <a:lvl9pPr algn="ctr">
              <a:defRPr sz="1725" b="0">
                <a:solidFill>
                  <a:srgbClr val="333333"/>
                </a:solidFill>
                <a:latin typeface="Arial"/>
                <a:ea typeface="Arial"/>
                <a:cs typeface="Arial"/>
              </a:defRPr>
            </a:lvl9pPr>
          </a:lstStyle>
          <a:p xmlns:a="http://schemas.openxmlformats.org/drawingml/2006/main">
            <a:pPr algn="ctr">
              <a:defRPr sz="1725" b="0">
                <a:solidFill>
                  <a:srgbClr val="333333"/>
                </a:solidFill>
                <a:latin typeface="Arial"/>
                <a:ea typeface="Arial"/>
                <a:cs typeface="Arial"/>
              </a:defRPr>
            </a:pPr>
            <a:r>
              <a:rPr sz="1725" b="0">
                <a:solidFill>
                  <a:srgbClr val="333333"/>
                </a:solidFill>
                <a:latin typeface="Arial"/>
                <a:ea typeface="Arial"/>
                <a:cs typeface="Arial"/>
              </a:rPr>
              <a:t>80</a:t>
            </a:r>
          </a:p>
        </p:txBody>
      </p:sp>
      <p:sp>
        <p:nvSpPr>
          <p:cNvPr id="13" name="">
            <a:extLst xmlns:a="http://schemas.openxmlformats.org/drawingml/2006/main">
              <a:ext uri="{FF2B5EF4-FFF2-40B4-BE49-F238E27FC236}">
                <a16:creationId xmlns:a16="http://schemas.microsoft.com/office/drawing/2014/main" id="{721F6C2D-6BCC-468C-B2B5-D3276BCC20E4}"/>
              </a:ext>
            </a:extLst>
          </p:cNvPr>
          <p:cNvSpPr>
            <a:spLocks xmlns:a="http://schemas.openxmlformats.org/drawingml/2006/main" noGrp="1"/>
          </p:cNvSpPr>
          <p:nvPr/>
        </p:nvSpPr>
        <p:spPr>
          <a:xfrm xmlns:a="http://schemas.openxmlformats.org/drawingml/2006/main">
            <a:off x="16287750" y="2667000"/>
            <a:ext cx="13335" cy="400050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E1F1D6D-4513-4728-913D-E1192A74AACF}"/>
              </a:ext>
            </a:extLst>
          </p:cNvPr>
          <p:cNvSpPr>
            <a:spLocks xmlns:a="http://schemas.openxmlformats.org/drawingml/2006/main" noGrp="1"/>
          </p:cNvSpPr>
          <p:nvPr/>
        </p:nvSpPr>
        <p:spPr>
          <a:xfrm xmlns:a="http://schemas.openxmlformats.org/drawingml/2006/main">
            <a:off x="15982950" y="6838950"/>
            <a:ext cx="66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725" b="0">
                <a:solidFill>
                  <a:srgbClr val="333333"/>
                </a:solidFill>
                <a:latin typeface="Arial"/>
                <a:ea typeface="Arial"/>
                <a:cs typeface="Arial"/>
              </a:defRPr>
            </a:defPPr>
            <a:lvl1pPr algn="ctr">
              <a:defRPr sz="1725" b="0">
                <a:solidFill>
                  <a:srgbClr val="333333"/>
                </a:solidFill>
                <a:latin typeface="Arial"/>
                <a:ea typeface="Arial"/>
                <a:cs typeface="Arial"/>
              </a:defRPr>
            </a:lvl1pPr>
            <a:lvl2pPr algn="ctr">
              <a:defRPr sz="1725" b="0">
                <a:solidFill>
                  <a:srgbClr val="333333"/>
                </a:solidFill>
                <a:latin typeface="Arial"/>
                <a:ea typeface="Arial"/>
                <a:cs typeface="Arial"/>
              </a:defRPr>
            </a:lvl2pPr>
            <a:lvl3pPr algn="ctr">
              <a:defRPr sz="1725" b="0">
                <a:solidFill>
                  <a:srgbClr val="333333"/>
                </a:solidFill>
                <a:latin typeface="Arial"/>
                <a:ea typeface="Arial"/>
                <a:cs typeface="Arial"/>
              </a:defRPr>
            </a:lvl3pPr>
            <a:lvl4pPr algn="ctr">
              <a:defRPr sz="1725" b="0">
                <a:solidFill>
                  <a:srgbClr val="333333"/>
                </a:solidFill>
                <a:latin typeface="Arial"/>
                <a:ea typeface="Arial"/>
                <a:cs typeface="Arial"/>
              </a:defRPr>
            </a:lvl4pPr>
            <a:lvl5pPr algn="ctr">
              <a:defRPr sz="1725" b="0">
                <a:solidFill>
                  <a:srgbClr val="333333"/>
                </a:solidFill>
                <a:latin typeface="Arial"/>
                <a:ea typeface="Arial"/>
                <a:cs typeface="Arial"/>
              </a:defRPr>
            </a:lvl5pPr>
            <a:lvl6pPr algn="ctr">
              <a:defRPr sz="1725" b="0">
                <a:solidFill>
                  <a:srgbClr val="333333"/>
                </a:solidFill>
                <a:latin typeface="Arial"/>
                <a:ea typeface="Arial"/>
                <a:cs typeface="Arial"/>
              </a:defRPr>
            </a:lvl6pPr>
            <a:lvl7pPr algn="ctr">
              <a:defRPr sz="1725" b="0">
                <a:solidFill>
                  <a:srgbClr val="333333"/>
                </a:solidFill>
                <a:latin typeface="Arial"/>
                <a:ea typeface="Arial"/>
                <a:cs typeface="Arial"/>
              </a:defRPr>
            </a:lvl7pPr>
            <a:lvl8pPr algn="ctr">
              <a:defRPr sz="1725" b="0">
                <a:solidFill>
                  <a:srgbClr val="333333"/>
                </a:solidFill>
                <a:latin typeface="Arial"/>
                <a:ea typeface="Arial"/>
                <a:cs typeface="Arial"/>
              </a:defRPr>
            </a:lvl8pPr>
            <a:lvl9pPr algn="ctr">
              <a:defRPr sz="1725" b="0">
                <a:solidFill>
                  <a:srgbClr val="333333"/>
                </a:solidFill>
                <a:latin typeface="Arial"/>
                <a:ea typeface="Arial"/>
                <a:cs typeface="Arial"/>
              </a:defRPr>
            </a:lvl9pPr>
          </a:lstStyle>
          <a:p xmlns:a="http://schemas.openxmlformats.org/drawingml/2006/main">
            <a:pPr algn="ctr">
              <a:defRPr sz="1725" b="0">
                <a:solidFill>
                  <a:srgbClr val="333333"/>
                </a:solidFill>
                <a:latin typeface="Arial"/>
                <a:ea typeface="Arial"/>
                <a:cs typeface="Arial"/>
              </a:defRPr>
            </a:pPr>
            <a:r>
              <a:rPr sz="1725" b="0">
                <a:solidFill>
                  <a:srgbClr val="333333"/>
                </a:solidFill>
                <a:latin typeface="Arial"/>
                <a:ea typeface="Arial"/>
                <a:cs typeface="Arial"/>
              </a:rPr>
              <a:t>100</a:t>
            </a:r>
          </a:p>
        </p:txBody>
      </p:sp>
      <p:sp>
        <p:nvSpPr>
          <p:cNvPr id="15" name="">
            <a:extLst xmlns:a="http://schemas.openxmlformats.org/drawingml/2006/main">
              <a:ext uri="{FF2B5EF4-FFF2-40B4-BE49-F238E27FC236}">
                <a16:creationId xmlns:a16="http://schemas.microsoft.com/office/drawing/2014/main" id="{59228A81-B5D1-483B-8D9E-B3B64664DD57}"/>
              </a:ext>
            </a:extLst>
          </p:cNvPr>
          <p:cNvSpPr>
            <a:spLocks xmlns:a="http://schemas.openxmlformats.org/drawingml/2006/main" noGrp="1"/>
          </p:cNvSpPr>
          <p:nvPr/>
        </p:nvSpPr>
        <p:spPr>
          <a:xfrm xmlns:a="http://schemas.openxmlformats.org/drawingml/2006/main">
            <a:off x="1047750" y="3476625"/>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0">
                <a:solidFill>
                  <a:srgbClr val="000000"/>
                </a:solidFill>
                <a:latin typeface="Arial"/>
                <a:ea typeface="Arial"/>
                <a:cs typeface="Arial"/>
              </a:defRPr>
            </a:defPPr>
            <a:lvl1pPr algn="l">
              <a:defRPr sz="2025" b="0">
                <a:solidFill>
                  <a:srgbClr val="000000"/>
                </a:solidFill>
                <a:latin typeface="Arial"/>
                <a:ea typeface="Arial"/>
                <a:cs typeface="Arial"/>
              </a:defRPr>
            </a:lvl1pPr>
            <a:lvl2pPr algn="l">
              <a:defRPr sz="2025" b="0">
                <a:solidFill>
                  <a:srgbClr val="000000"/>
                </a:solidFill>
                <a:latin typeface="Arial"/>
                <a:ea typeface="Arial"/>
                <a:cs typeface="Arial"/>
              </a:defRPr>
            </a:lvl2pPr>
            <a:lvl3pPr algn="l">
              <a:defRPr sz="2025" b="0">
                <a:solidFill>
                  <a:srgbClr val="000000"/>
                </a:solidFill>
                <a:latin typeface="Arial"/>
                <a:ea typeface="Arial"/>
                <a:cs typeface="Arial"/>
              </a:defRPr>
            </a:lvl3pPr>
            <a:lvl4pPr algn="l">
              <a:defRPr sz="2025" b="0">
                <a:solidFill>
                  <a:srgbClr val="000000"/>
                </a:solidFill>
                <a:latin typeface="Arial"/>
                <a:ea typeface="Arial"/>
                <a:cs typeface="Arial"/>
              </a:defRPr>
            </a:lvl4pPr>
            <a:lvl5pPr algn="l">
              <a:defRPr sz="2025" b="0">
                <a:solidFill>
                  <a:srgbClr val="000000"/>
                </a:solidFill>
                <a:latin typeface="Arial"/>
                <a:ea typeface="Arial"/>
                <a:cs typeface="Arial"/>
              </a:defRPr>
            </a:lvl5pPr>
            <a:lvl6pPr algn="l">
              <a:defRPr sz="2025" b="0">
                <a:solidFill>
                  <a:srgbClr val="000000"/>
                </a:solidFill>
                <a:latin typeface="Arial"/>
                <a:ea typeface="Arial"/>
                <a:cs typeface="Arial"/>
              </a:defRPr>
            </a:lvl6pPr>
            <a:lvl7pPr algn="l">
              <a:defRPr sz="2025" b="0">
                <a:solidFill>
                  <a:srgbClr val="000000"/>
                </a:solidFill>
                <a:latin typeface="Arial"/>
                <a:ea typeface="Arial"/>
                <a:cs typeface="Arial"/>
              </a:defRPr>
            </a:lvl7pPr>
            <a:lvl8pPr algn="l">
              <a:defRPr sz="2025" b="0">
                <a:solidFill>
                  <a:srgbClr val="000000"/>
                </a:solidFill>
                <a:latin typeface="Arial"/>
                <a:ea typeface="Arial"/>
                <a:cs typeface="Arial"/>
              </a:defRPr>
            </a:lvl8pPr>
            <a:lvl9pPr algn="l">
              <a:defRPr sz="2025" b="0">
                <a:solidFill>
                  <a:srgbClr val="000000"/>
                </a:solidFill>
                <a:latin typeface="Arial"/>
                <a:ea typeface="Arial"/>
                <a:cs typeface="Arial"/>
              </a:defRPr>
            </a:lvl9pPr>
          </a:lstStyle>
          <a:p xmlns:a="http://schemas.openxmlformats.org/drawingml/2006/main">
            <a:pPr algn="l">
              <a:defRPr sz="2025" b="0">
                <a:solidFill>
                  <a:srgbClr val="000000"/>
                </a:solidFill>
                <a:latin typeface="Arial"/>
                <a:ea typeface="Arial"/>
                <a:cs typeface="Arial"/>
              </a:defRPr>
            </a:pPr>
            <a:r>
              <a:rPr sz="2025" b="0">
                <a:solidFill>
                  <a:srgbClr val="000000"/>
                </a:solidFill>
                <a:latin typeface="Arial"/>
                <a:ea typeface="Arial"/>
                <a:cs typeface="Arial"/>
              </a:rPr>
              <a:t>Khói (smoke)</a:t>
            </a:r>
          </a:p>
        </p:txBody>
      </p:sp>
      <p:sp>
        <p:nvSpPr>
          <p:cNvPr id="16" name="">
            <a:extLst xmlns:a="http://schemas.openxmlformats.org/drawingml/2006/main">
              <a:ext uri="{FF2B5EF4-FFF2-40B4-BE49-F238E27FC236}">
                <a16:creationId xmlns:a16="http://schemas.microsoft.com/office/drawing/2014/main" id="{429CCED8-110D-4DCB-8733-D5697005D899}"/>
              </a:ext>
            </a:extLst>
          </p:cNvPr>
          <p:cNvSpPr>
            <a:spLocks xmlns:a="http://schemas.openxmlformats.org/drawingml/2006/main" noGrp="1"/>
          </p:cNvSpPr>
          <p:nvPr/>
        </p:nvSpPr>
        <p:spPr>
          <a:xfrm xmlns:a="http://schemas.openxmlformats.org/drawingml/2006/main">
            <a:off x="1047750" y="5286375"/>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0">
                <a:solidFill>
                  <a:srgbClr val="000000"/>
                </a:solidFill>
                <a:latin typeface="Arial"/>
                <a:ea typeface="Arial"/>
                <a:cs typeface="Arial"/>
              </a:defRPr>
            </a:defPPr>
            <a:lvl1pPr algn="l">
              <a:defRPr sz="2025" b="0">
                <a:solidFill>
                  <a:srgbClr val="000000"/>
                </a:solidFill>
                <a:latin typeface="Arial"/>
                <a:ea typeface="Arial"/>
                <a:cs typeface="Arial"/>
              </a:defRPr>
            </a:lvl1pPr>
            <a:lvl2pPr algn="l">
              <a:defRPr sz="2025" b="0">
                <a:solidFill>
                  <a:srgbClr val="000000"/>
                </a:solidFill>
                <a:latin typeface="Arial"/>
                <a:ea typeface="Arial"/>
                <a:cs typeface="Arial"/>
              </a:defRPr>
            </a:lvl2pPr>
            <a:lvl3pPr algn="l">
              <a:defRPr sz="2025" b="0">
                <a:solidFill>
                  <a:srgbClr val="000000"/>
                </a:solidFill>
                <a:latin typeface="Arial"/>
                <a:ea typeface="Arial"/>
                <a:cs typeface="Arial"/>
              </a:defRPr>
            </a:lvl3pPr>
            <a:lvl4pPr algn="l">
              <a:defRPr sz="2025" b="0">
                <a:solidFill>
                  <a:srgbClr val="000000"/>
                </a:solidFill>
                <a:latin typeface="Arial"/>
                <a:ea typeface="Arial"/>
                <a:cs typeface="Arial"/>
              </a:defRPr>
            </a:lvl4pPr>
            <a:lvl5pPr algn="l">
              <a:defRPr sz="2025" b="0">
                <a:solidFill>
                  <a:srgbClr val="000000"/>
                </a:solidFill>
                <a:latin typeface="Arial"/>
                <a:ea typeface="Arial"/>
                <a:cs typeface="Arial"/>
              </a:defRPr>
            </a:lvl5pPr>
            <a:lvl6pPr algn="l">
              <a:defRPr sz="2025" b="0">
                <a:solidFill>
                  <a:srgbClr val="000000"/>
                </a:solidFill>
                <a:latin typeface="Arial"/>
                <a:ea typeface="Arial"/>
                <a:cs typeface="Arial"/>
              </a:defRPr>
            </a:lvl6pPr>
            <a:lvl7pPr algn="l">
              <a:defRPr sz="2025" b="0">
                <a:solidFill>
                  <a:srgbClr val="000000"/>
                </a:solidFill>
                <a:latin typeface="Arial"/>
                <a:ea typeface="Arial"/>
                <a:cs typeface="Arial"/>
              </a:defRPr>
            </a:lvl7pPr>
            <a:lvl8pPr algn="l">
              <a:defRPr sz="2025" b="0">
                <a:solidFill>
                  <a:srgbClr val="000000"/>
                </a:solidFill>
                <a:latin typeface="Arial"/>
                <a:ea typeface="Arial"/>
                <a:cs typeface="Arial"/>
              </a:defRPr>
            </a:lvl8pPr>
            <a:lvl9pPr algn="l">
              <a:defRPr sz="2025" b="0">
                <a:solidFill>
                  <a:srgbClr val="000000"/>
                </a:solidFill>
                <a:latin typeface="Arial"/>
                <a:ea typeface="Arial"/>
                <a:cs typeface="Arial"/>
              </a:defRPr>
            </a:lvl9pPr>
          </a:lstStyle>
          <a:p xmlns:a="http://schemas.openxmlformats.org/drawingml/2006/main">
            <a:pPr algn="l">
              <a:defRPr sz="2025" b="0">
                <a:solidFill>
                  <a:srgbClr val="000000"/>
                </a:solidFill>
                <a:latin typeface="Arial"/>
                <a:ea typeface="Arial"/>
                <a:cs typeface="Arial"/>
              </a:defRPr>
            </a:pPr>
            <a:r>
              <a:rPr sz="2025" b="0">
                <a:solidFill>
                  <a:srgbClr val="000000"/>
                </a:solidFill>
                <a:latin typeface="Arial"/>
                <a:ea typeface="Arial"/>
                <a:cs typeface="Arial"/>
              </a:rPr>
              <a:t>Lửa (fire)</a:t>
            </a:r>
          </a:p>
        </p:txBody>
      </p:sp>
      <p:sp>
        <p:nvSpPr>
          <p:cNvPr id="17" name="">
            <a:extLst xmlns:a="http://schemas.openxmlformats.org/drawingml/2006/main">
              <a:ext uri="{FF2B5EF4-FFF2-40B4-BE49-F238E27FC236}">
                <a16:creationId xmlns:a16="http://schemas.microsoft.com/office/drawing/2014/main" id="{760AFBB4-CA89-4160-A1C0-F3F343ACE6C5}"/>
              </a:ext>
            </a:extLst>
          </p:cNvPr>
          <p:cNvSpPr>
            <a:spLocks xmlns:a="http://schemas.openxmlformats.org/drawingml/2006/main" noGrp="1"/>
          </p:cNvSpPr>
          <p:nvPr/>
        </p:nvSpPr>
        <p:spPr>
          <a:xfrm xmlns:a="http://schemas.openxmlformats.org/drawingml/2006/main">
            <a:off x="3714750" y="3333750"/>
            <a:ext cx="9949015" cy="1285875"/>
          </a:xfrm>
          <a:prstGeom xmlns:a="http://schemas.openxmlformats.org/drawingml/2006/main" prst="roundRect">
            <a:avLst>
              <a:gd name="adj" fmla="val 13333"/>
            </a:avLst>
          </a:prstGeom>
          <a:solidFill xmlns:a="http://schemas.openxmlformats.org/drawingml/2006/main">
            <a:srgbClr val="2457B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33AD908-A815-4045-A570-8DC275BA22BB}"/>
              </a:ext>
            </a:extLst>
          </p:cNvPr>
          <p:cNvSpPr>
            <a:spLocks xmlns:a="http://schemas.openxmlformats.org/drawingml/2006/main" noGrp="1"/>
          </p:cNvSpPr>
          <p:nvPr/>
        </p:nvSpPr>
        <p:spPr>
          <a:xfrm xmlns:a="http://schemas.openxmlformats.org/drawingml/2006/main">
            <a:off x="3714750" y="5143500"/>
            <a:ext cx="8583587" cy="1285875"/>
          </a:xfrm>
          <a:prstGeom xmlns:a="http://schemas.openxmlformats.org/drawingml/2006/main" prst="roundRect">
            <a:avLst>
              <a:gd name="adj" fmla="val 13333"/>
            </a:avLst>
          </a:prstGeom>
          <a:solidFill xmlns:a="http://schemas.openxmlformats.org/drawingml/2006/main">
            <a:srgbClr val="5846C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BE5341C2-C5F1-4A80-809D-7BF0E49731B4}"/>
              </a:ext>
            </a:extLst>
          </p:cNvPr>
          <p:cNvSpPr>
            <a:spLocks xmlns:a="http://schemas.openxmlformats.org/drawingml/2006/main" noGrp="1"/>
          </p:cNvSpPr>
          <p:nvPr/>
        </p:nvSpPr>
        <p:spPr>
          <a:xfrm xmlns:a="http://schemas.openxmlformats.org/drawingml/2006/main">
            <a:off x="13854265" y="3714750"/>
            <a:ext cx="1619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00" b="1">
                <a:solidFill>
                  <a:srgbClr val="000000"/>
                </a:solidFill>
                <a:latin typeface="Arial"/>
                <a:ea typeface="Arial"/>
                <a:cs typeface="Arial"/>
              </a:defRPr>
            </a:defPPr>
            <a:lvl1pPr algn="l">
              <a:defRPr sz="2400" b="1">
                <a:solidFill>
                  <a:srgbClr val="000000"/>
                </a:solidFill>
                <a:latin typeface="Arial"/>
                <a:ea typeface="Arial"/>
                <a:cs typeface="Arial"/>
              </a:defRPr>
            </a:lvl1pPr>
            <a:lvl2pPr algn="l">
              <a:defRPr sz="2400" b="1">
                <a:solidFill>
                  <a:srgbClr val="000000"/>
                </a:solidFill>
                <a:latin typeface="Arial"/>
                <a:ea typeface="Arial"/>
                <a:cs typeface="Arial"/>
              </a:defRPr>
            </a:lvl2pPr>
            <a:lvl3pPr algn="l">
              <a:defRPr sz="2400" b="1">
                <a:solidFill>
                  <a:srgbClr val="000000"/>
                </a:solidFill>
                <a:latin typeface="Arial"/>
                <a:ea typeface="Arial"/>
                <a:cs typeface="Arial"/>
              </a:defRPr>
            </a:lvl3pPr>
            <a:lvl4pPr algn="l">
              <a:defRPr sz="2400" b="1">
                <a:solidFill>
                  <a:srgbClr val="000000"/>
                </a:solidFill>
                <a:latin typeface="Arial"/>
                <a:ea typeface="Arial"/>
                <a:cs typeface="Arial"/>
              </a:defRPr>
            </a:lvl4pPr>
            <a:lvl5pPr algn="l">
              <a:defRPr sz="2400" b="1">
                <a:solidFill>
                  <a:srgbClr val="000000"/>
                </a:solidFill>
                <a:latin typeface="Arial"/>
                <a:ea typeface="Arial"/>
                <a:cs typeface="Arial"/>
              </a:defRPr>
            </a:lvl5pPr>
            <a:lvl6pPr algn="l">
              <a:defRPr sz="2400" b="1">
                <a:solidFill>
                  <a:srgbClr val="000000"/>
                </a:solidFill>
                <a:latin typeface="Arial"/>
                <a:ea typeface="Arial"/>
                <a:cs typeface="Arial"/>
              </a:defRPr>
            </a:lvl6pPr>
            <a:lvl7pPr algn="l">
              <a:defRPr sz="2400" b="1">
                <a:solidFill>
                  <a:srgbClr val="000000"/>
                </a:solidFill>
                <a:latin typeface="Arial"/>
                <a:ea typeface="Arial"/>
                <a:cs typeface="Arial"/>
              </a:defRPr>
            </a:lvl7pPr>
            <a:lvl8pPr algn="l">
              <a:defRPr sz="2400" b="1">
                <a:solidFill>
                  <a:srgbClr val="000000"/>
                </a:solidFill>
                <a:latin typeface="Arial"/>
                <a:ea typeface="Arial"/>
                <a:cs typeface="Arial"/>
              </a:defRPr>
            </a:lvl8pPr>
            <a:lvl9pPr algn="l">
              <a:defRPr sz="2400" b="1">
                <a:solidFill>
                  <a:srgbClr val="000000"/>
                </a:solidFill>
                <a:latin typeface="Arial"/>
                <a:ea typeface="Arial"/>
                <a:cs typeface="Arial"/>
              </a:defRPr>
            </a:lvl9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79,13%</a:t>
            </a:r>
          </a:p>
        </p:txBody>
      </p:sp>
      <p:sp>
        <p:nvSpPr>
          <p:cNvPr id="20" name="">
            <a:extLst xmlns:a="http://schemas.openxmlformats.org/drawingml/2006/main">
              <a:ext uri="{FF2B5EF4-FFF2-40B4-BE49-F238E27FC236}">
                <a16:creationId xmlns:a16="http://schemas.microsoft.com/office/drawing/2014/main" id="{547A604A-F6B7-4DFB-A49D-AB1523FAF2A0}"/>
              </a:ext>
            </a:extLst>
          </p:cNvPr>
          <p:cNvSpPr>
            <a:spLocks xmlns:a="http://schemas.openxmlformats.org/drawingml/2006/main" noGrp="1"/>
          </p:cNvSpPr>
          <p:nvPr/>
        </p:nvSpPr>
        <p:spPr>
          <a:xfrm xmlns:a="http://schemas.openxmlformats.org/drawingml/2006/main">
            <a:off x="12488837" y="5524500"/>
            <a:ext cx="1619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00" b="1">
                <a:solidFill>
                  <a:srgbClr val="000000"/>
                </a:solidFill>
                <a:latin typeface="Arial"/>
                <a:ea typeface="Arial"/>
                <a:cs typeface="Arial"/>
              </a:defRPr>
            </a:defPPr>
            <a:lvl1pPr algn="l">
              <a:defRPr sz="2400" b="1">
                <a:solidFill>
                  <a:srgbClr val="000000"/>
                </a:solidFill>
                <a:latin typeface="Arial"/>
                <a:ea typeface="Arial"/>
                <a:cs typeface="Arial"/>
              </a:defRPr>
            </a:lvl1pPr>
            <a:lvl2pPr algn="l">
              <a:defRPr sz="2400" b="1">
                <a:solidFill>
                  <a:srgbClr val="000000"/>
                </a:solidFill>
                <a:latin typeface="Arial"/>
                <a:ea typeface="Arial"/>
                <a:cs typeface="Arial"/>
              </a:defRPr>
            </a:lvl2pPr>
            <a:lvl3pPr algn="l">
              <a:defRPr sz="2400" b="1">
                <a:solidFill>
                  <a:srgbClr val="000000"/>
                </a:solidFill>
                <a:latin typeface="Arial"/>
                <a:ea typeface="Arial"/>
                <a:cs typeface="Arial"/>
              </a:defRPr>
            </a:lvl3pPr>
            <a:lvl4pPr algn="l">
              <a:defRPr sz="2400" b="1">
                <a:solidFill>
                  <a:srgbClr val="000000"/>
                </a:solidFill>
                <a:latin typeface="Arial"/>
                <a:ea typeface="Arial"/>
                <a:cs typeface="Arial"/>
              </a:defRPr>
            </a:lvl4pPr>
            <a:lvl5pPr algn="l">
              <a:defRPr sz="2400" b="1">
                <a:solidFill>
                  <a:srgbClr val="000000"/>
                </a:solidFill>
                <a:latin typeface="Arial"/>
                <a:ea typeface="Arial"/>
                <a:cs typeface="Arial"/>
              </a:defRPr>
            </a:lvl5pPr>
            <a:lvl6pPr algn="l">
              <a:defRPr sz="2400" b="1">
                <a:solidFill>
                  <a:srgbClr val="000000"/>
                </a:solidFill>
                <a:latin typeface="Arial"/>
                <a:ea typeface="Arial"/>
                <a:cs typeface="Arial"/>
              </a:defRPr>
            </a:lvl6pPr>
            <a:lvl7pPr algn="l">
              <a:defRPr sz="2400" b="1">
                <a:solidFill>
                  <a:srgbClr val="000000"/>
                </a:solidFill>
                <a:latin typeface="Arial"/>
                <a:ea typeface="Arial"/>
                <a:cs typeface="Arial"/>
              </a:defRPr>
            </a:lvl7pPr>
            <a:lvl8pPr algn="l">
              <a:defRPr sz="2400" b="1">
                <a:solidFill>
                  <a:srgbClr val="000000"/>
                </a:solidFill>
                <a:latin typeface="Arial"/>
                <a:ea typeface="Arial"/>
                <a:cs typeface="Arial"/>
              </a:defRPr>
            </a:lvl8pPr>
            <a:lvl9pPr algn="l">
              <a:defRPr sz="2400" b="1">
                <a:solidFill>
                  <a:srgbClr val="000000"/>
                </a:solidFill>
                <a:latin typeface="Arial"/>
                <a:ea typeface="Arial"/>
                <a:cs typeface="Arial"/>
              </a:defRPr>
            </a:lvl9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68,27%</a:t>
            </a:r>
          </a:p>
        </p:txBody>
      </p:sp>
      <p:sp>
        <p:nvSpPr>
          <p:cNvPr id="21" name="">
            <a:extLst xmlns:a="http://schemas.openxmlformats.org/drawingml/2006/main">
              <a:ext uri="{FF2B5EF4-FFF2-40B4-BE49-F238E27FC236}">
                <a16:creationId xmlns:a16="http://schemas.microsoft.com/office/drawing/2014/main" id="{F6F22751-5AE6-4236-BEC2-1720A50FC769}"/>
              </a:ext>
            </a:extLst>
          </p:cNvPr>
          <p:cNvSpPr>
            <a:spLocks xmlns:a="http://schemas.openxmlformats.org/drawingml/2006/main" noGrp="1"/>
          </p:cNvSpPr>
          <p:nvPr/>
        </p:nvSpPr>
        <p:spPr>
          <a:xfrm xmlns:a="http://schemas.openxmlformats.org/drawingml/2006/main">
            <a:off x="1333500" y="7381875"/>
            <a:ext cx="15430500" cy="38100"/>
          </a:xfrm>
          <a:prstGeom xmlns:a="http://schemas.openxmlformats.org/drawingml/2006/main" prst="rect">
            <a:avLst/>
          </a:prstGeom>
          <a:solidFill xmlns:a="http://schemas.openxmlformats.org/drawingml/2006/main">
            <a:srgbClr val="007A5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13EA43F2-59A5-4037-8B74-52340BDA2ED4}"/>
              </a:ext>
            </a:extLst>
          </p:cNvPr>
          <p:cNvSpPr>
            <a:spLocks xmlns:a="http://schemas.openxmlformats.org/drawingml/2006/main" noGrp="1"/>
          </p:cNvSpPr>
          <p:nvPr/>
        </p:nvSpPr>
        <p:spPr>
          <a:xfrm xmlns:a="http://schemas.openxmlformats.org/drawingml/2006/main">
            <a:off x="1381125" y="7762875"/>
            <a:ext cx="155257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0">
                <a:solidFill>
                  <a:srgbClr val="000000"/>
                </a:solidFill>
                <a:latin typeface="Arial"/>
                <a:ea typeface="Arial"/>
                <a:cs typeface="Arial"/>
              </a:defRPr>
            </a:defPPr>
            <a:lvl1pPr algn="l">
              <a:defRPr sz="1950" b="0">
                <a:solidFill>
                  <a:srgbClr val="000000"/>
                </a:solidFill>
                <a:latin typeface="Arial"/>
                <a:ea typeface="Arial"/>
                <a:cs typeface="Arial"/>
              </a:defRPr>
            </a:lvl1pPr>
            <a:lvl2pPr algn="l">
              <a:defRPr sz="1950" b="0">
                <a:solidFill>
                  <a:srgbClr val="000000"/>
                </a:solidFill>
                <a:latin typeface="Arial"/>
                <a:ea typeface="Arial"/>
                <a:cs typeface="Arial"/>
              </a:defRPr>
            </a:lvl2pPr>
            <a:lvl3pPr algn="l">
              <a:defRPr sz="1950" b="0">
                <a:solidFill>
                  <a:srgbClr val="000000"/>
                </a:solidFill>
                <a:latin typeface="Arial"/>
                <a:ea typeface="Arial"/>
                <a:cs typeface="Arial"/>
              </a:defRPr>
            </a:lvl3pPr>
            <a:lvl4pPr algn="l">
              <a:defRPr sz="1950" b="0">
                <a:solidFill>
                  <a:srgbClr val="000000"/>
                </a:solidFill>
                <a:latin typeface="Arial"/>
                <a:ea typeface="Arial"/>
                <a:cs typeface="Arial"/>
              </a:defRPr>
            </a:lvl4pPr>
            <a:lvl5pPr algn="l">
              <a:defRPr sz="1950" b="0">
                <a:solidFill>
                  <a:srgbClr val="000000"/>
                </a:solidFill>
                <a:latin typeface="Arial"/>
                <a:ea typeface="Arial"/>
                <a:cs typeface="Arial"/>
              </a:defRPr>
            </a:lvl5pPr>
            <a:lvl6pPr algn="l">
              <a:defRPr sz="1950" b="0">
                <a:solidFill>
                  <a:srgbClr val="000000"/>
                </a:solidFill>
                <a:latin typeface="Arial"/>
                <a:ea typeface="Arial"/>
                <a:cs typeface="Arial"/>
              </a:defRPr>
            </a:lvl6pPr>
            <a:lvl7pPr algn="l">
              <a:defRPr sz="1950" b="0">
                <a:solidFill>
                  <a:srgbClr val="000000"/>
                </a:solidFill>
                <a:latin typeface="Arial"/>
                <a:ea typeface="Arial"/>
                <a:cs typeface="Arial"/>
              </a:defRPr>
            </a:lvl7pPr>
            <a:lvl8pPr algn="l">
              <a:defRPr sz="1950" b="0">
                <a:solidFill>
                  <a:srgbClr val="000000"/>
                </a:solidFill>
                <a:latin typeface="Arial"/>
                <a:ea typeface="Arial"/>
                <a:cs typeface="Arial"/>
              </a:defRPr>
            </a:lvl8pPr>
            <a:lvl9pPr algn="l">
              <a:defRPr sz="1950" b="0">
                <a:solidFill>
                  <a:srgbClr val="000000"/>
                </a:solidFill>
                <a:latin typeface="Arial"/>
                <a:ea typeface="Arial"/>
                <a:cs typeface="Arial"/>
              </a:defRPr>
            </a:lvl9pPr>
          </a:lstStyle>
          <a:p xmlns:a="http://schemas.openxmlformats.org/drawingml/2006/main">
            <a:pPr algn="l">
              <a:defRPr sz="1950" b="0">
                <a:solidFill>
                  <a:srgbClr val="000000"/>
                </a:solidFill>
                <a:latin typeface="Arial"/>
                <a:ea typeface="Arial"/>
                <a:cs typeface="Arial"/>
              </a:defRPr>
            </a:pPr>
            <a:r>
              <a:rPr sz="1950" b="0">
                <a:solidFill>
                  <a:srgbClr val="000000"/>
                </a:solidFill>
                <a:latin typeface="Arial"/>
                <a:ea typeface="Arial"/>
                <a:cs typeface="Arial"/>
              </a:rPr>
              <a:t>mAP50 trên tập test ảnh: khói 79,13%; lửa 68,27%. Đây là chỉ số đánh giá hộp phát hiện, không phải độ đúng của mọi cảnh báo video.</a:t>
            </a:r>
          </a:p>
        </p:txBody>
      </p:sp>
    </p:spTree>
    <p:extLst>
      <p:ext uri="{BB962C8B-B14F-4D97-AF65-F5344CB8AC3E}">
        <p14:creationId xmlns:p14="http://schemas.microsoft.com/office/powerpoint/2010/main" val="60699366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EC74095-BCFA-453F-B3E6-AE5C40AA28F4}"/>
              </a:ext>
            </a:extLst>
          </p:cNvPr>
          <p:cNvSpPr>
            <a:spLocks xmlns:a="http://schemas.openxmlformats.org/drawingml/2006/main" noGrp="1"/>
          </p:cNvSpPr>
          <p:nvPr/>
        </p:nvSpPr>
        <p:spPr>
          <a:xfrm xmlns:a="http://schemas.openxmlformats.org/drawingml/2006/main">
            <a:off x="876300" y="838200"/>
            <a:ext cx="76200" cy="819150"/>
          </a:xfrm>
          <a:prstGeom xmlns:a="http://schemas.openxmlformats.org/drawingml/2006/main" prst="rect">
            <a:avLst/>
          </a:prstGeom>
          <a:solidFill xmlns:a="http://schemas.openxmlformats.org/drawingml/2006/main">
            <a:srgbClr val="007A5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3ACEB6C-F8B7-4B92-A278-EF86DBA424CD}"/>
              </a:ext>
            </a:extLst>
          </p:cNvPr>
          <p:cNvSpPr>
            <a:spLocks xmlns:a="http://schemas.openxmlformats.org/drawingml/2006/main" noGrp="1"/>
          </p:cNvSpPr>
          <p:nvPr/>
        </p:nvSpPr>
        <p:spPr>
          <a:xfrm xmlns:a="http://schemas.openxmlformats.org/drawingml/2006/main">
            <a:off x="1095375" y="819150"/>
            <a:ext cx="14287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050" b="0">
                <a:solidFill>
                  <a:srgbClr val="000000"/>
                </a:solidFill>
                <a:latin typeface="Arial"/>
                <a:ea typeface="Arial"/>
                <a:cs typeface="Arial"/>
              </a:defRPr>
            </a:defPPr>
            <a:lvl1pPr algn="l">
              <a:defRPr sz="4050" b="0">
                <a:solidFill>
                  <a:srgbClr val="000000"/>
                </a:solidFill>
                <a:latin typeface="Arial"/>
                <a:ea typeface="Arial"/>
                <a:cs typeface="Arial"/>
              </a:defRPr>
            </a:lvl1pPr>
            <a:lvl2pPr algn="l">
              <a:defRPr sz="4050" b="0">
                <a:solidFill>
                  <a:srgbClr val="000000"/>
                </a:solidFill>
                <a:latin typeface="Arial"/>
                <a:ea typeface="Arial"/>
                <a:cs typeface="Arial"/>
              </a:defRPr>
            </a:lvl2pPr>
            <a:lvl3pPr algn="l">
              <a:defRPr sz="4050" b="0">
                <a:solidFill>
                  <a:srgbClr val="000000"/>
                </a:solidFill>
                <a:latin typeface="Arial"/>
                <a:ea typeface="Arial"/>
                <a:cs typeface="Arial"/>
              </a:defRPr>
            </a:lvl3pPr>
            <a:lvl4pPr algn="l">
              <a:defRPr sz="4050" b="0">
                <a:solidFill>
                  <a:srgbClr val="000000"/>
                </a:solidFill>
                <a:latin typeface="Arial"/>
                <a:ea typeface="Arial"/>
                <a:cs typeface="Arial"/>
              </a:defRPr>
            </a:lvl4pPr>
            <a:lvl5pPr algn="l">
              <a:defRPr sz="4050" b="0">
                <a:solidFill>
                  <a:srgbClr val="000000"/>
                </a:solidFill>
                <a:latin typeface="Arial"/>
                <a:ea typeface="Arial"/>
                <a:cs typeface="Arial"/>
              </a:defRPr>
            </a:lvl5pPr>
            <a:lvl6pPr algn="l">
              <a:defRPr sz="4050" b="0">
                <a:solidFill>
                  <a:srgbClr val="000000"/>
                </a:solidFill>
                <a:latin typeface="Arial"/>
                <a:ea typeface="Arial"/>
                <a:cs typeface="Arial"/>
              </a:defRPr>
            </a:lvl6pPr>
            <a:lvl7pPr algn="l">
              <a:defRPr sz="4050" b="0">
                <a:solidFill>
                  <a:srgbClr val="000000"/>
                </a:solidFill>
                <a:latin typeface="Arial"/>
                <a:ea typeface="Arial"/>
                <a:cs typeface="Arial"/>
              </a:defRPr>
            </a:lvl7pPr>
            <a:lvl8pPr algn="l">
              <a:defRPr sz="4050" b="0">
                <a:solidFill>
                  <a:srgbClr val="000000"/>
                </a:solidFill>
                <a:latin typeface="Arial"/>
                <a:ea typeface="Arial"/>
                <a:cs typeface="Arial"/>
              </a:defRPr>
            </a:lvl8pPr>
            <a:lvl9pPr algn="l">
              <a:defRPr sz="4050" b="0">
                <a:solidFill>
                  <a:srgbClr val="000000"/>
                </a:solidFill>
                <a:latin typeface="Arial"/>
                <a:ea typeface="Arial"/>
                <a:cs typeface="Arial"/>
              </a:defRPr>
            </a:lvl9pPr>
          </a:lstStyle>
          <a:p xmlns:a="http://schemas.openxmlformats.org/drawingml/2006/main">
            <a:pPr algn="l">
              <a:defRPr sz="4050" b="0">
                <a:solidFill>
                  <a:srgbClr val="000000"/>
                </a:solidFill>
                <a:latin typeface="Arial"/>
                <a:ea typeface="Arial"/>
                <a:cs typeface="Arial"/>
              </a:defRPr>
            </a:pPr>
            <a:r>
              <a:rPr sz="4050" b="0">
                <a:solidFill>
                  <a:srgbClr val="000000"/>
                </a:solidFill>
                <a:latin typeface="Arial"/>
                <a:ea typeface="Arial"/>
                <a:cs typeface="Arial"/>
              </a:rPr>
              <a:t>Kết Quả Đánh Giá Trên Tập Test</a:t>
            </a:r>
          </a:p>
        </p:txBody>
      </p:sp>
      <p:graphicFrame>
        <p:nvGraphicFramePr>
          <p:cNvPr id="3" name="">
            <a:extLst xmlns:a="http://schemas.openxmlformats.org/drawingml/2006/main">
              <a:ext uri="{FF2B5EF4-FFF2-40B4-BE49-F238E27FC236}">
                <a16:creationId xmlns:a16="http://schemas.microsoft.com/office/drawing/2014/main" id="{3B38F205-331E-4EDF-BC5A-D7EDB7E5D2AE}"/>
              </a:ext>
            </a:extLst>
          </p:cNvPr>
          <p:cNvGraphicFramePr/>
          <p:nvPr/>
        </p:nvGraphicFramePr>
        <p:xfrm>
          <a:off xmlns:a="http://schemas.openxmlformats.org/drawingml/2006/main" x="876300" y="3238500"/>
          <a:ext xmlns:a="http://schemas.openxmlformats.org/drawingml/2006/main" cx="16535400" cy="4095750"/>
        </p:xfrm>
        <a:graphic xmlns:a="http://schemas.openxmlformats.org/drawingml/2006/main">
          <a:graphicData uri="http://schemas.openxmlformats.org/drawingml/2006/table">
            <a:tbl>
              <a:tblPr/>
              <a:tblGrid>
                <a:gridCol w="3857625"/>
                <a:gridCol w="3190875"/>
                <a:gridCol w="3000375"/>
                <a:gridCol w="3048000"/>
                <a:gridCol w="3438525"/>
              </a:tblGrid>
              <a:tr h="1023938">
                <a:tc>
                  <a:txBody>
                    <a:bodyPr lIns="95250" tIns="95250" rIns="95250" bIns="95250">
                      <a:normAutofit/>
                    </a:bodyPr>
                    <a:lstStyle/>
                    <a:p>
                      <a:pPr algn="l"/>
                      <a:r>
                        <a:rPr sz="1875" b="1">
                          <a:solidFill>
                            <a:srgbClr val="000000"/>
                          </a:solidFill>
                          <a:latin typeface="Arial"/>
                          <a:ea typeface="Arial"/>
                          <a:cs typeface="Arial"/>
                        </a:rPr>
                        <a:t>Phạm vi</a:t>
                      </a:r>
                    </a:p>
                  </a:txBody>
                  <a:tcPr marL="91440" marR="91440" marT="45720" marB="45720" anchor="ctr">
                    <a:lnL w="9525">
                      <a:solidFill>
                        <a:srgbClr val="D9E1E8"/>
                      </a:solidFill>
                      <a:prstDash val="solid"/>
                    </a:lnL>
                    <a:lnR w="9525">
                      <a:solidFill>
                        <a:srgbClr val="D9E1E8"/>
                      </a:solidFill>
                      <a:prstDash val="solid"/>
                    </a:lnR>
                    <a:lnT w="9525">
                      <a:solidFill>
                        <a:srgbClr val="D9E1E8"/>
                      </a:solidFill>
                      <a:prstDash val="solid"/>
                    </a:lnT>
                    <a:lnB w="9525">
                      <a:solidFill>
                        <a:srgbClr val="D9E1E8"/>
                      </a:solidFill>
                      <a:prstDash val="solid"/>
                    </a:lnB>
                    <a:solidFill>
                      <a:srgbClr val="EDF7F3"/>
                    </a:solidFill>
                  </a:tcPr>
                </a:tc>
                <a:tc>
                  <a:txBody>
                    <a:bodyPr lIns="95250" tIns="95250" rIns="95250" bIns="95250">
                      <a:normAutofit/>
                    </a:bodyPr>
                    <a:lstStyle/>
                    <a:p>
                      <a:pPr algn="ctr"/>
                      <a:r>
                        <a:rPr sz="1875" b="1">
                          <a:solidFill>
                            <a:srgbClr val="000000"/>
                          </a:solidFill>
                          <a:latin typeface="Arial"/>
                          <a:ea typeface="Arial"/>
                          <a:cs typeface="Arial"/>
                        </a:rPr>
                        <a:t>Precision</a:t>
                      </a:r>
                    </a:p>
                  </a:txBody>
                  <a:tcPr marL="91440" marR="91440" marT="45720" marB="45720" anchor="ctr">
                    <a:lnR w="9525">
                      <a:solidFill>
                        <a:srgbClr val="D9E1E8"/>
                      </a:solidFill>
                      <a:prstDash val="solid"/>
                    </a:lnR>
                    <a:lnT w="9525">
                      <a:solidFill>
                        <a:srgbClr val="D9E1E8"/>
                      </a:solidFill>
                      <a:prstDash val="solid"/>
                    </a:lnT>
                    <a:lnB w="9525">
                      <a:solidFill>
                        <a:srgbClr val="D9E1E8"/>
                      </a:solidFill>
                      <a:prstDash val="solid"/>
                    </a:lnB>
                    <a:solidFill>
                      <a:srgbClr val="EDF7F3"/>
                    </a:solidFill>
                  </a:tcPr>
                </a:tc>
                <a:tc>
                  <a:txBody>
                    <a:bodyPr lIns="95250" tIns="95250" rIns="95250" bIns="95250">
                      <a:normAutofit/>
                    </a:bodyPr>
                    <a:lstStyle/>
                    <a:p>
                      <a:pPr algn="ctr"/>
                      <a:r>
                        <a:rPr sz="1875" b="1">
                          <a:solidFill>
                            <a:srgbClr val="000000"/>
                          </a:solidFill>
                          <a:latin typeface="Arial"/>
                          <a:ea typeface="Arial"/>
                          <a:cs typeface="Arial"/>
                        </a:rPr>
                        <a:t>Recall</a:t>
                      </a:r>
                    </a:p>
                  </a:txBody>
                  <a:tcPr marL="91440" marR="91440" marT="45720" marB="45720" anchor="ctr">
                    <a:lnR w="9525">
                      <a:solidFill>
                        <a:srgbClr val="D9E1E8"/>
                      </a:solidFill>
                      <a:prstDash val="solid"/>
                    </a:lnR>
                    <a:lnT w="9525">
                      <a:solidFill>
                        <a:srgbClr val="D9E1E8"/>
                      </a:solidFill>
                      <a:prstDash val="solid"/>
                    </a:lnT>
                    <a:lnB w="9525">
                      <a:solidFill>
                        <a:srgbClr val="D9E1E8"/>
                      </a:solidFill>
                      <a:prstDash val="solid"/>
                    </a:lnB>
                    <a:solidFill>
                      <a:srgbClr val="EDF7F3"/>
                    </a:solidFill>
                  </a:tcPr>
                </a:tc>
                <a:tc>
                  <a:txBody>
                    <a:bodyPr lIns="95250" tIns="95250" rIns="95250" bIns="95250">
                      <a:normAutofit/>
                    </a:bodyPr>
                    <a:lstStyle/>
                    <a:p>
                      <a:pPr algn="ctr"/>
                      <a:r>
                        <a:rPr sz="1875" b="1">
                          <a:solidFill>
                            <a:srgbClr val="000000"/>
                          </a:solidFill>
                          <a:latin typeface="Arial"/>
                          <a:ea typeface="Arial"/>
                          <a:cs typeface="Arial"/>
                        </a:rPr>
                        <a:t>mAP50</a:t>
                      </a:r>
                    </a:p>
                  </a:txBody>
                  <a:tcPr marL="91440" marR="91440" marT="45720" marB="45720" anchor="ctr">
                    <a:lnR w="9525">
                      <a:solidFill>
                        <a:srgbClr val="D9E1E8"/>
                      </a:solidFill>
                      <a:prstDash val="solid"/>
                    </a:lnR>
                    <a:lnT w="9525">
                      <a:solidFill>
                        <a:srgbClr val="D9E1E8"/>
                      </a:solidFill>
                      <a:prstDash val="solid"/>
                    </a:lnT>
                    <a:lnB w="9525">
                      <a:solidFill>
                        <a:srgbClr val="D9E1E8"/>
                      </a:solidFill>
                      <a:prstDash val="solid"/>
                    </a:lnB>
                    <a:solidFill>
                      <a:srgbClr val="EDF7F3"/>
                    </a:solidFill>
                  </a:tcPr>
                </a:tc>
                <a:tc>
                  <a:txBody>
                    <a:bodyPr lIns="95250" tIns="95250" rIns="95250" bIns="95250">
                      <a:normAutofit/>
                    </a:bodyPr>
                    <a:lstStyle/>
                    <a:p>
                      <a:pPr algn="ctr"/>
                      <a:r>
                        <a:rPr sz="1875" b="1">
                          <a:solidFill>
                            <a:srgbClr val="000000"/>
                          </a:solidFill>
                          <a:latin typeface="Arial"/>
                          <a:ea typeface="Arial"/>
                          <a:cs typeface="Arial"/>
                        </a:rPr>
                        <a:t>mAP50–95</a:t>
                      </a:r>
                    </a:p>
                  </a:txBody>
                  <a:tcPr marL="91440" marR="91440" marT="45720" marB="45720" anchor="ctr">
                    <a:lnR w="9525">
                      <a:solidFill>
                        <a:srgbClr val="D9E1E8"/>
                      </a:solidFill>
                      <a:prstDash val="solid"/>
                    </a:lnR>
                    <a:lnT w="9525">
                      <a:solidFill>
                        <a:srgbClr val="D9E1E8"/>
                      </a:solidFill>
                      <a:prstDash val="solid"/>
                    </a:lnT>
                    <a:lnB w="9525">
                      <a:solidFill>
                        <a:srgbClr val="D9E1E8"/>
                      </a:solidFill>
                      <a:prstDash val="solid"/>
                    </a:lnB>
                    <a:solidFill>
                      <a:srgbClr val="EDF7F3"/>
                    </a:solidFill>
                  </a:tcPr>
                </a:tc>
              </a:tr>
              <a:tr h="1023938">
                <a:tc>
                  <a:txBody>
                    <a:bodyPr lIns="95250" tIns="95250" rIns="95250" bIns="95250">
                      <a:normAutofit/>
                    </a:bodyPr>
                    <a:lstStyle/>
                    <a:p>
                      <a:pPr algn="l"/>
                      <a:r>
                        <a:rPr sz="1800" b="0">
                          <a:solidFill>
                            <a:srgbClr val="000000"/>
                          </a:solidFill>
                          <a:latin typeface="Arial"/>
                          <a:ea typeface="Arial"/>
                          <a:cs typeface="Arial"/>
                        </a:rPr>
                        <a:t>2 lớp, 4.291 ảnh</a:t>
                      </a:r>
                    </a:p>
                  </a:txBody>
                  <a:tcPr marL="91440" marR="91440" marT="45720" marB="45720" anchor="ctr">
                    <a:lnL w="9525">
                      <a:solidFill>
                        <a:srgbClr val="D9E1E8"/>
                      </a:solidFill>
                      <a:prstDash val="solid"/>
                    </a:lnL>
                    <a:lnR w="9525">
                      <a:solidFill>
                        <a:srgbClr val="D9E1E8"/>
                      </a:solidFill>
                      <a:prstDash val="solid"/>
                    </a:lnR>
                    <a:lnB w="9525">
                      <a:solidFill>
                        <a:srgbClr val="D9E1E8"/>
                      </a:solidFill>
                      <a:prstDash val="solid"/>
                    </a:lnB>
                    <a:solidFill>
                      <a:srgbClr val="FFFFFF"/>
                    </a:solidFill>
                  </a:tcPr>
                </a:tc>
                <a:tc>
                  <a:txBody>
                    <a:bodyPr lIns="95250" tIns="95250" rIns="95250" bIns="95250">
                      <a:normAutofit/>
                    </a:bodyPr>
                    <a:lstStyle/>
                    <a:p>
                      <a:pPr algn="ctr"/>
                      <a:r>
                        <a:rPr sz="1800" b="0">
                          <a:solidFill>
                            <a:srgbClr val="000000"/>
                          </a:solidFill>
                          <a:latin typeface="Arial"/>
                          <a:ea typeface="Arial"/>
                          <a:cs typeface="Arial"/>
                        </a:rPr>
                        <a:t>74,27%</a:t>
                      </a:r>
                    </a:p>
                  </a:txBody>
                  <a:tcPr marL="91440" marR="91440" marT="45720" marB="45720" anchor="ctr">
                    <a:lnR w="9525">
                      <a:solidFill>
                        <a:srgbClr val="D9E1E8"/>
                      </a:solidFill>
                      <a:prstDash val="solid"/>
                    </a:lnR>
                    <a:lnB w="9525">
                      <a:solidFill>
                        <a:srgbClr val="D9E1E8"/>
                      </a:solidFill>
                      <a:prstDash val="solid"/>
                    </a:lnB>
                    <a:solidFill>
                      <a:srgbClr val="FFFFFF"/>
                    </a:solidFill>
                  </a:tcPr>
                </a:tc>
                <a:tc>
                  <a:txBody>
                    <a:bodyPr lIns="95250" tIns="95250" rIns="95250" bIns="95250">
                      <a:normAutofit/>
                    </a:bodyPr>
                    <a:lstStyle/>
                    <a:p>
                      <a:pPr algn="ctr"/>
                      <a:r>
                        <a:rPr sz="1800" b="0">
                          <a:solidFill>
                            <a:srgbClr val="000000"/>
                          </a:solidFill>
                          <a:latin typeface="Arial"/>
                          <a:ea typeface="Arial"/>
                          <a:cs typeface="Arial"/>
                        </a:rPr>
                        <a:t>67,45%</a:t>
                      </a:r>
                    </a:p>
                  </a:txBody>
                  <a:tcPr marL="91440" marR="91440" marT="45720" marB="45720" anchor="ctr">
                    <a:lnR w="9525">
                      <a:solidFill>
                        <a:srgbClr val="D9E1E8"/>
                      </a:solidFill>
                      <a:prstDash val="solid"/>
                    </a:lnR>
                    <a:lnB w="9525">
                      <a:solidFill>
                        <a:srgbClr val="D9E1E8"/>
                      </a:solidFill>
                      <a:prstDash val="solid"/>
                    </a:lnB>
                    <a:solidFill>
                      <a:srgbClr val="FFFFFF"/>
                    </a:solidFill>
                  </a:tcPr>
                </a:tc>
                <a:tc>
                  <a:txBody>
                    <a:bodyPr lIns="95250" tIns="95250" rIns="95250" bIns="95250">
                      <a:normAutofit/>
                    </a:bodyPr>
                    <a:lstStyle/>
                    <a:p>
                      <a:pPr algn="ctr"/>
                      <a:r>
                        <a:rPr sz="1800" b="0">
                          <a:solidFill>
                            <a:srgbClr val="000000"/>
                          </a:solidFill>
                          <a:latin typeface="Arial"/>
                          <a:ea typeface="Arial"/>
                          <a:cs typeface="Arial"/>
                        </a:rPr>
                        <a:t>73,70%</a:t>
                      </a:r>
                    </a:p>
                  </a:txBody>
                  <a:tcPr marL="91440" marR="91440" marT="45720" marB="45720" anchor="ctr">
                    <a:lnR w="9525">
                      <a:solidFill>
                        <a:srgbClr val="D9E1E8"/>
                      </a:solidFill>
                      <a:prstDash val="solid"/>
                    </a:lnR>
                    <a:lnB w="9525">
                      <a:solidFill>
                        <a:srgbClr val="D9E1E8"/>
                      </a:solidFill>
                      <a:prstDash val="solid"/>
                    </a:lnB>
                    <a:solidFill>
                      <a:srgbClr val="FFFFFF"/>
                    </a:solidFill>
                  </a:tcPr>
                </a:tc>
                <a:tc>
                  <a:txBody>
                    <a:bodyPr lIns="95250" tIns="95250" rIns="95250" bIns="95250">
                      <a:normAutofit/>
                    </a:bodyPr>
                    <a:lstStyle/>
                    <a:p>
                      <a:pPr algn="ctr"/>
                      <a:r>
                        <a:rPr sz="1800" b="0">
                          <a:solidFill>
                            <a:srgbClr val="000000"/>
                          </a:solidFill>
                          <a:latin typeface="Arial"/>
                          <a:ea typeface="Arial"/>
                          <a:cs typeface="Arial"/>
                        </a:rPr>
                        <a:t>41,63%</a:t>
                      </a:r>
                    </a:p>
                  </a:txBody>
                  <a:tcPr marL="91440" marR="91440" marT="45720" marB="45720" anchor="ctr">
                    <a:lnR w="9525">
                      <a:solidFill>
                        <a:srgbClr val="D9E1E8"/>
                      </a:solidFill>
                      <a:prstDash val="solid"/>
                    </a:lnR>
                    <a:lnB w="9525">
                      <a:solidFill>
                        <a:srgbClr val="D9E1E8"/>
                      </a:solidFill>
                      <a:prstDash val="solid"/>
                    </a:lnB>
                    <a:solidFill>
                      <a:srgbClr val="FFFFFF"/>
                    </a:solidFill>
                  </a:tcPr>
                </a:tc>
              </a:tr>
              <a:tr h="1023938">
                <a:tc>
                  <a:txBody>
                    <a:bodyPr lIns="95250" tIns="95250" rIns="95250" bIns="95250">
                      <a:normAutofit/>
                    </a:bodyPr>
                    <a:lstStyle/>
                    <a:p>
                      <a:pPr algn="l"/>
                      <a:r>
                        <a:rPr sz="1800" b="0">
                          <a:solidFill>
                            <a:srgbClr val="000000"/>
                          </a:solidFill>
                          <a:latin typeface="Arial"/>
                          <a:ea typeface="Arial"/>
                          <a:cs typeface="Arial"/>
                        </a:rPr>
                        <a:t>Khói (smoke)</a:t>
                      </a:r>
                    </a:p>
                  </a:txBody>
                  <a:tcPr marL="91440" marR="91440" marT="45720" marB="45720" anchor="ctr">
                    <a:lnL w="9525">
                      <a:solidFill>
                        <a:srgbClr val="D9E1E8"/>
                      </a:solidFill>
                      <a:prstDash val="solid"/>
                    </a:lnL>
                    <a:lnR w="9525">
                      <a:solidFill>
                        <a:srgbClr val="D9E1E8"/>
                      </a:solidFill>
                      <a:prstDash val="solid"/>
                    </a:lnR>
                    <a:lnB w="9525">
                      <a:solidFill>
                        <a:srgbClr val="D9E1E8"/>
                      </a:solidFill>
                      <a:prstDash val="solid"/>
                    </a:lnB>
                    <a:solidFill>
                      <a:srgbClr val="F5F7F9"/>
                    </a:solidFill>
                  </a:tcPr>
                </a:tc>
                <a:tc>
                  <a:txBody>
                    <a:bodyPr lIns="95250" tIns="95250" rIns="95250" bIns="95250">
                      <a:normAutofit/>
                    </a:bodyPr>
                    <a:lstStyle/>
                    <a:p>
                      <a:pPr algn="ctr"/>
                      <a:r>
                        <a:rPr sz="1800" b="0">
                          <a:solidFill>
                            <a:srgbClr val="000000"/>
                          </a:solidFill>
                          <a:latin typeface="Arial"/>
                          <a:ea typeface="Arial"/>
                          <a:cs typeface="Arial"/>
                        </a:rPr>
                        <a:t>78,98%</a:t>
                      </a:r>
                    </a:p>
                  </a:txBody>
                  <a:tcPr marL="91440" marR="91440" marT="45720" marB="45720" anchor="ctr">
                    <a:lnR w="9525">
                      <a:solidFill>
                        <a:srgbClr val="D9E1E8"/>
                      </a:solidFill>
                      <a:prstDash val="solid"/>
                    </a:lnR>
                    <a:lnB w="9525">
                      <a:solidFill>
                        <a:srgbClr val="D9E1E8"/>
                      </a:solidFill>
                      <a:prstDash val="solid"/>
                    </a:lnB>
                    <a:solidFill>
                      <a:srgbClr val="F5F7F9"/>
                    </a:solidFill>
                  </a:tcPr>
                </a:tc>
                <a:tc>
                  <a:txBody>
                    <a:bodyPr lIns="95250" tIns="95250" rIns="95250" bIns="95250">
                      <a:normAutofit/>
                    </a:bodyPr>
                    <a:lstStyle/>
                    <a:p>
                      <a:pPr algn="ctr"/>
                      <a:r>
                        <a:rPr sz="1800" b="0">
                          <a:solidFill>
                            <a:srgbClr val="000000"/>
                          </a:solidFill>
                          <a:latin typeface="Arial"/>
                          <a:ea typeface="Arial"/>
                          <a:cs typeface="Arial"/>
                        </a:rPr>
                        <a:t>73,08%</a:t>
                      </a:r>
                    </a:p>
                  </a:txBody>
                  <a:tcPr marL="91440" marR="91440" marT="45720" marB="45720" anchor="ctr">
                    <a:lnR w="9525">
                      <a:solidFill>
                        <a:srgbClr val="D9E1E8"/>
                      </a:solidFill>
                      <a:prstDash val="solid"/>
                    </a:lnR>
                    <a:lnB w="9525">
                      <a:solidFill>
                        <a:srgbClr val="D9E1E8"/>
                      </a:solidFill>
                      <a:prstDash val="solid"/>
                    </a:lnB>
                    <a:solidFill>
                      <a:srgbClr val="F5F7F9"/>
                    </a:solidFill>
                  </a:tcPr>
                </a:tc>
                <a:tc>
                  <a:txBody>
                    <a:bodyPr lIns="95250" tIns="95250" rIns="95250" bIns="95250">
                      <a:normAutofit/>
                    </a:bodyPr>
                    <a:lstStyle/>
                    <a:p>
                      <a:pPr algn="ctr"/>
                      <a:r>
                        <a:rPr sz="1800" b="0">
                          <a:solidFill>
                            <a:srgbClr val="000000"/>
                          </a:solidFill>
                          <a:latin typeface="Arial"/>
                          <a:ea typeface="Arial"/>
                          <a:cs typeface="Arial"/>
                        </a:rPr>
                        <a:t>79,13%</a:t>
                      </a:r>
                    </a:p>
                  </a:txBody>
                  <a:tcPr marL="91440" marR="91440" marT="45720" marB="45720" anchor="ctr">
                    <a:lnR w="9525">
                      <a:solidFill>
                        <a:srgbClr val="D9E1E8"/>
                      </a:solidFill>
                      <a:prstDash val="solid"/>
                    </a:lnR>
                    <a:lnB w="9525">
                      <a:solidFill>
                        <a:srgbClr val="D9E1E8"/>
                      </a:solidFill>
                      <a:prstDash val="solid"/>
                    </a:lnB>
                    <a:solidFill>
                      <a:srgbClr val="F5F7F9"/>
                    </a:solidFill>
                  </a:tcPr>
                </a:tc>
                <a:tc>
                  <a:txBody>
                    <a:bodyPr lIns="95250" tIns="95250" rIns="95250" bIns="95250">
                      <a:normAutofit/>
                    </a:bodyPr>
                    <a:lstStyle/>
                    <a:p>
                      <a:pPr algn="ctr"/>
                      <a:r>
                        <a:rPr sz="1800" b="0">
                          <a:solidFill>
                            <a:srgbClr val="000000"/>
                          </a:solidFill>
                          <a:latin typeface="Arial"/>
                          <a:ea typeface="Arial"/>
                          <a:cs typeface="Arial"/>
                        </a:rPr>
                        <a:t>47,61%</a:t>
                      </a:r>
                    </a:p>
                  </a:txBody>
                  <a:tcPr marL="91440" marR="91440" marT="45720" marB="45720" anchor="ctr">
                    <a:lnR w="9525">
                      <a:solidFill>
                        <a:srgbClr val="D9E1E8"/>
                      </a:solidFill>
                      <a:prstDash val="solid"/>
                    </a:lnR>
                    <a:lnB w="9525">
                      <a:solidFill>
                        <a:srgbClr val="D9E1E8"/>
                      </a:solidFill>
                      <a:prstDash val="solid"/>
                    </a:lnB>
                    <a:solidFill>
                      <a:srgbClr val="F5F7F9"/>
                    </a:solidFill>
                  </a:tcPr>
                </a:tc>
              </a:tr>
              <a:tr h="1023938">
                <a:tc>
                  <a:txBody>
                    <a:bodyPr lIns="95250" tIns="95250" rIns="95250" bIns="95250">
                      <a:normAutofit/>
                    </a:bodyPr>
                    <a:lstStyle/>
                    <a:p>
                      <a:pPr algn="l"/>
                      <a:r>
                        <a:rPr sz="1800" b="0">
                          <a:solidFill>
                            <a:srgbClr val="000000"/>
                          </a:solidFill>
                          <a:latin typeface="Arial"/>
                          <a:ea typeface="Arial"/>
                          <a:cs typeface="Arial"/>
                        </a:rPr>
                        <a:t>Lửa (fire)</a:t>
                      </a:r>
                    </a:p>
                  </a:txBody>
                  <a:tcPr marL="91440" marR="91440" marT="45720" marB="45720" anchor="ctr">
                    <a:lnL w="9525">
                      <a:solidFill>
                        <a:srgbClr val="D9E1E8"/>
                      </a:solidFill>
                      <a:prstDash val="solid"/>
                    </a:lnL>
                    <a:lnR w="9525">
                      <a:solidFill>
                        <a:srgbClr val="D9E1E8"/>
                      </a:solidFill>
                      <a:prstDash val="solid"/>
                    </a:lnR>
                    <a:lnB w="9525">
                      <a:solidFill>
                        <a:srgbClr val="D9E1E8"/>
                      </a:solidFill>
                      <a:prstDash val="solid"/>
                    </a:lnB>
                    <a:solidFill>
                      <a:srgbClr val="FFFFFF"/>
                    </a:solidFill>
                  </a:tcPr>
                </a:tc>
                <a:tc>
                  <a:txBody>
                    <a:bodyPr lIns="95250" tIns="95250" rIns="95250" bIns="95250">
                      <a:normAutofit/>
                    </a:bodyPr>
                    <a:lstStyle/>
                    <a:p>
                      <a:pPr algn="ctr"/>
                      <a:r>
                        <a:rPr sz="1800" b="0">
                          <a:solidFill>
                            <a:srgbClr val="000000"/>
                          </a:solidFill>
                          <a:latin typeface="Arial"/>
                          <a:ea typeface="Arial"/>
                          <a:cs typeface="Arial"/>
                        </a:rPr>
                        <a:t>69,56%</a:t>
                      </a:r>
                    </a:p>
                  </a:txBody>
                  <a:tcPr marL="91440" marR="91440" marT="45720" marB="45720" anchor="ctr">
                    <a:lnR w="9525">
                      <a:solidFill>
                        <a:srgbClr val="D9E1E8"/>
                      </a:solidFill>
                      <a:prstDash val="solid"/>
                    </a:lnR>
                    <a:lnB w="9525">
                      <a:solidFill>
                        <a:srgbClr val="D9E1E8"/>
                      </a:solidFill>
                      <a:prstDash val="solid"/>
                    </a:lnB>
                    <a:solidFill>
                      <a:srgbClr val="FFFFFF"/>
                    </a:solidFill>
                  </a:tcPr>
                </a:tc>
                <a:tc>
                  <a:txBody>
                    <a:bodyPr lIns="95250" tIns="95250" rIns="95250" bIns="95250">
                      <a:normAutofit/>
                    </a:bodyPr>
                    <a:lstStyle/>
                    <a:p>
                      <a:pPr algn="ctr"/>
                      <a:r>
                        <a:rPr sz="1800" b="0">
                          <a:solidFill>
                            <a:srgbClr val="000000"/>
                          </a:solidFill>
                          <a:latin typeface="Arial"/>
                          <a:ea typeface="Arial"/>
                          <a:cs typeface="Arial"/>
                        </a:rPr>
                        <a:t>61,82%</a:t>
                      </a:r>
                    </a:p>
                  </a:txBody>
                  <a:tcPr marL="91440" marR="91440" marT="45720" marB="45720" anchor="ctr">
                    <a:lnR w="9525">
                      <a:solidFill>
                        <a:srgbClr val="D9E1E8"/>
                      </a:solidFill>
                      <a:prstDash val="solid"/>
                    </a:lnR>
                    <a:lnB w="9525">
                      <a:solidFill>
                        <a:srgbClr val="D9E1E8"/>
                      </a:solidFill>
                      <a:prstDash val="solid"/>
                    </a:lnB>
                    <a:solidFill>
                      <a:srgbClr val="FFFFFF"/>
                    </a:solidFill>
                  </a:tcPr>
                </a:tc>
                <a:tc>
                  <a:txBody>
                    <a:bodyPr lIns="95250" tIns="95250" rIns="95250" bIns="95250">
                      <a:normAutofit/>
                    </a:bodyPr>
                    <a:lstStyle/>
                    <a:p>
                      <a:pPr algn="ctr"/>
                      <a:r>
                        <a:rPr sz="1800" b="0">
                          <a:solidFill>
                            <a:srgbClr val="000000"/>
                          </a:solidFill>
                          <a:latin typeface="Arial"/>
                          <a:ea typeface="Arial"/>
                          <a:cs typeface="Arial"/>
                        </a:rPr>
                        <a:t>68,27%</a:t>
                      </a:r>
                    </a:p>
                  </a:txBody>
                  <a:tcPr marL="91440" marR="91440" marT="45720" marB="45720" anchor="ctr">
                    <a:lnR w="9525">
                      <a:solidFill>
                        <a:srgbClr val="D9E1E8"/>
                      </a:solidFill>
                      <a:prstDash val="solid"/>
                    </a:lnR>
                    <a:lnB w="9525">
                      <a:solidFill>
                        <a:srgbClr val="D9E1E8"/>
                      </a:solidFill>
                      <a:prstDash val="solid"/>
                    </a:lnB>
                    <a:solidFill>
                      <a:srgbClr val="FFFFFF"/>
                    </a:solidFill>
                  </a:tcPr>
                </a:tc>
                <a:tc>
                  <a:txBody>
                    <a:bodyPr lIns="95250" tIns="95250" rIns="95250" bIns="95250">
                      <a:normAutofit/>
                    </a:bodyPr>
                    <a:lstStyle/>
                    <a:p>
                      <a:pPr algn="ctr"/>
                      <a:r>
                        <a:rPr sz="1800" b="0">
                          <a:solidFill>
                            <a:srgbClr val="000000"/>
                          </a:solidFill>
                          <a:latin typeface="Arial"/>
                          <a:ea typeface="Arial"/>
                          <a:cs typeface="Arial"/>
                        </a:rPr>
                        <a:t>35,66%</a:t>
                      </a:r>
                    </a:p>
                  </a:txBody>
                  <a:tcPr marL="91440" marR="91440" marT="45720" marB="45720" anchor="ctr">
                    <a:lnR w="9525">
                      <a:solidFill>
                        <a:srgbClr val="D9E1E8"/>
                      </a:solidFill>
                      <a:prstDash val="solid"/>
                    </a:lnR>
                    <a:lnB w="9525">
                      <a:solidFill>
                        <a:srgbClr val="D9E1E8"/>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95DF453-4D14-4881-9F16-019CFCAEBCCD}"/>
              </a:ext>
            </a:extLst>
          </p:cNvPr>
          <p:cNvSpPr>
            <a:spLocks xmlns:a="http://schemas.openxmlformats.org/drawingml/2006/main" noGrp="1"/>
          </p:cNvSpPr>
          <p:nvPr/>
        </p:nvSpPr>
        <p:spPr>
          <a:xfrm xmlns:a="http://schemas.openxmlformats.org/drawingml/2006/main">
            <a:off x="952500" y="7620000"/>
            <a:ext cx="16478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0">
                <a:solidFill>
                  <a:srgbClr val="333333"/>
                </a:solidFill>
                <a:latin typeface="Arial"/>
                <a:ea typeface="Arial"/>
                <a:cs typeface="Arial"/>
              </a:defRPr>
            </a:defPPr>
            <a:lvl1pPr algn="l">
              <a:defRPr sz="1950" b="0">
                <a:solidFill>
                  <a:srgbClr val="333333"/>
                </a:solidFill>
                <a:latin typeface="Arial"/>
                <a:ea typeface="Arial"/>
                <a:cs typeface="Arial"/>
              </a:defRPr>
            </a:lvl1pPr>
            <a:lvl2pPr algn="l">
              <a:defRPr sz="1950" b="0">
                <a:solidFill>
                  <a:srgbClr val="333333"/>
                </a:solidFill>
                <a:latin typeface="Arial"/>
                <a:ea typeface="Arial"/>
                <a:cs typeface="Arial"/>
              </a:defRPr>
            </a:lvl2pPr>
            <a:lvl3pPr algn="l">
              <a:defRPr sz="1950" b="0">
                <a:solidFill>
                  <a:srgbClr val="333333"/>
                </a:solidFill>
                <a:latin typeface="Arial"/>
                <a:ea typeface="Arial"/>
                <a:cs typeface="Arial"/>
              </a:defRPr>
            </a:lvl3pPr>
            <a:lvl4pPr algn="l">
              <a:defRPr sz="1950" b="0">
                <a:solidFill>
                  <a:srgbClr val="333333"/>
                </a:solidFill>
                <a:latin typeface="Arial"/>
                <a:ea typeface="Arial"/>
                <a:cs typeface="Arial"/>
              </a:defRPr>
            </a:lvl4pPr>
            <a:lvl5pPr algn="l">
              <a:defRPr sz="1950" b="0">
                <a:solidFill>
                  <a:srgbClr val="333333"/>
                </a:solidFill>
                <a:latin typeface="Arial"/>
                <a:ea typeface="Arial"/>
                <a:cs typeface="Arial"/>
              </a:defRPr>
            </a:lvl5pPr>
            <a:lvl6pPr algn="l">
              <a:defRPr sz="1950" b="0">
                <a:solidFill>
                  <a:srgbClr val="333333"/>
                </a:solidFill>
                <a:latin typeface="Arial"/>
                <a:ea typeface="Arial"/>
                <a:cs typeface="Arial"/>
              </a:defRPr>
            </a:lvl6pPr>
            <a:lvl7pPr algn="l">
              <a:defRPr sz="1950" b="0">
                <a:solidFill>
                  <a:srgbClr val="333333"/>
                </a:solidFill>
                <a:latin typeface="Arial"/>
                <a:ea typeface="Arial"/>
                <a:cs typeface="Arial"/>
              </a:defRPr>
            </a:lvl7pPr>
            <a:lvl8pPr algn="l">
              <a:defRPr sz="1950" b="0">
                <a:solidFill>
                  <a:srgbClr val="333333"/>
                </a:solidFill>
                <a:latin typeface="Arial"/>
                <a:ea typeface="Arial"/>
                <a:cs typeface="Arial"/>
              </a:defRPr>
            </a:lvl8pPr>
            <a:lvl9pPr algn="l">
              <a:defRPr sz="1950" b="0">
                <a:solidFill>
                  <a:srgbClr val="333333"/>
                </a:solidFill>
                <a:latin typeface="Arial"/>
                <a:ea typeface="Arial"/>
                <a:cs typeface="Arial"/>
              </a:defRPr>
            </a:lvl9pPr>
          </a:lstStyle>
          <a:p xmlns:a="http://schemas.openxmlformats.org/drawingml/2006/main">
            <a:pPr algn="l">
              <a:defRPr sz="1950" b="0">
                <a:solidFill>
                  <a:srgbClr val="333333"/>
                </a:solidFill>
                <a:latin typeface="Arial"/>
                <a:ea typeface="Arial"/>
                <a:cs typeface="Arial"/>
              </a:defRPr>
            </a:pPr>
            <a:r>
              <a:rPr sz="1950" b="0">
                <a:solidFill>
                  <a:srgbClr val="333333"/>
                </a:solidFill>
                <a:latin typeface="Arial"/>
                <a:ea typeface="Arial"/>
                <a:cs typeface="Arial"/>
              </a:rPr>
              <a:t>Weight: fire_smoke_v2_best.pt  •  imgsz = 640  •  5.166 đối tượng test</a:t>
            </a:r>
          </a:p>
        </p:txBody>
      </p:sp>
      <p:sp>
        <p:nvSpPr>
          <p:cNvPr id="5" name="">
            <a:extLst xmlns:a="http://schemas.openxmlformats.org/drawingml/2006/main">
              <a:ext uri="{FF2B5EF4-FFF2-40B4-BE49-F238E27FC236}">
                <a16:creationId xmlns:a16="http://schemas.microsoft.com/office/drawing/2014/main" id="{C4BAB4F5-1191-4C9E-9912-061AD46FA50B}"/>
              </a:ext>
            </a:extLst>
          </p:cNvPr>
          <p:cNvSpPr>
            <a:spLocks xmlns:a="http://schemas.openxmlformats.org/drawingml/2006/main" noGrp="1"/>
          </p:cNvSpPr>
          <p:nvPr/>
        </p:nvSpPr>
        <p:spPr>
          <a:xfrm xmlns:a="http://schemas.openxmlformats.org/drawingml/2006/main">
            <a:off x="952500" y="8239125"/>
            <a:ext cx="16478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333333"/>
                </a:solidFill>
                <a:latin typeface="Arial"/>
                <a:ea typeface="Arial"/>
                <a:cs typeface="Arial"/>
              </a:defRPr>
            </a:defPPr>
            <a:lvl1pPr algn="l">
              <a:defRPr sz="1800" b="0">
                <a:solidFill>
                  <a:srgbClr val="333333"/>
                </a:solidFill>
                <a:latin typeface="Arial"/>
                <a:ea typeface="Arial"/>
                <a:cs typeface="Arial"/>
              </a:defRPr>
            </a:lvl1pPr>
            <a:lvl2pPr algn="l">
              <a:defRPr sz="1800" b="0">
                <a:solidFill>
                  <a:srgbClr val="333333"/>
                </a:solidFill>
                <a:latin typeface="Arial"/>
                <a:ea typeface="Arial"/>
                <a:cs typeface="Arial"/>
              </a:defRPr>
            </a:lvl2pPr>
            <a:lvl3pPr algn="l">
              <a:defRPr sz="1800" b="0">
                <a:solidFill>
                  <a:srgbClr val="333333"/>
                </a:solidFill>
                <a:latin typeface="Arial"/>
                <a:ea typeface="Arial"/>
                <a:cs typeface="Arial"/>
              </a:defRPr>
            </a:lvl3pPr>
            <a:lvl4pPr algn="l">
              <a:defRPr sz="1800" b="0">
                <a:solidFill>
                  <a:srgbClr val="333333"/>
                </a:solidFill>
                <a:latin typeface="Arial"/>
                <a:ea typeface="Arial"/>
                <a:cs typeface="Arial"/>
              </a:defRPr>
            </a:lvl4pPr>
            <a:lvl5pPr algn="l">
              <a:defRPr sz="1800" b="0">
                <a:solidFill>
                  <a:srgbClr val="333333"/>
                </a:solidFill>
                <a:latin typeface="Arial"/>
                <a:ea typeface="Arial"/>
                <a:cs typeface="Arial"/>
              </a:defRPr>
            </a:lvl5pPr>
            <a:lvl6pPr algn="l">
              <a:defRPr sz="1800" b="0">
                <a:solidFill>
                  <a:srgbClr val="333333"/>
                </a:solidFill>
                <a:latin typeface="Arial"/>
                <a:ea typeface="Arial"/>
                <a:cs typeface="Arial"/>
              </a:defRPr>
            </a:lvl6pPr>
            <a:lvl7pPr algn="l">
              <a:defRPr sz="1800" b="0">
                <a:solidFill>
                  <a:srgbClr val="333333"/>
                </a:solidFill>
                <a:latin typeface="Arial"/>
                <a:ea typeface="Arial"/>
                <a:cs typeface="Arial"/>
              </a:defRPr>
            </a:lvl7pPr>
            <a:lvl8pPr algn="l">
              <a:defRPr sz="1800" b="0">
                <a:solidFill>
                  <a:srgbClr val="333333"/>
                </a:solidFill>
                <a:latin typeface="Arial"/>
                <a:ea typeface="Arial"/>
                <a:cs typeface="Arial"/>
              </a:defRPr>
            </a:lvl8pPr>
            <a:lvl9pPr algn="l">
              <a:defRPr sz="1800" b="0">
                <a:solidFill>
                  <a:srgbClr val="333333"/>
                </a:solidFill>
                <a:latin typeface="Arial"/>
                <a:ea typeface="Arial"/>
                <a:cs typeface="Arial"/>
              </a:defRPr>
            </a:lvl9pPr>
          </a:lstStyle>
          <a:p xmlns:a="http://schemas.openxmlformats.org/drawingml/2006/main">
            <a:pPr algn="l">
              <a:defRPr sz="1800" b="0">
                <a:solidFill>
                  <a:srgbClr val="333333"/>
                </a:solidFill>
                <a:latin typeface="Arial"/>
                <a:ea typeface="Arial"/>
                <a:cs typeface="Arial"/>
              </a:defRPr>
            </a:pPr>
            <a:r>
              <a:rPr sz="1800" b="0">
                <a:solidFill>
                  <a:srgbClr val="333333"/>
                </a:solidFill>
                <a:latin typeface="Arial"/>
                <a:ea typeface="Arial"/>
                <a:cs typeface="Arial"/>
              </a:rPr>
              <a:t>Các chỉ số đo trên ảnh test có nhãn hộp; chưa phải Precision/Recall theo sự kiện video.</a:t>
            </a:r>
          </a:p>
        </p:txBody>
      </p:sp>
    </p:spTree>
    <p:extLst>
      <p:ext uri="{BB962C8B-B14F-4D97-AF65-F5344CB8AC3E}">
        <p14:creationId xmlns:p14="http://schemas.microsoft.com/office/powerpoint/2010/main" val="160605488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A99D2EEA-B073-4172-8EE6-0A31E2D9A25D}"/>
              </a:ext>
            </a:extLst>
          </p:cNvPr>
          <p:cNvSpPr>
            <a:spLocks xmlns:a="http://schemas.openxmlformats.org/drawingml/2006/main" noGrp="1"/>
          </p:cNvSpPr>
          <p:nvPr/>
        </p:nvSpPr>
        <p:spPr>
          <a:xfrm xmlns:a="http://schemas.openxmlformats.org/drawingml/2006/main">
            <a:off x="876300" y="838200"/>
            <a:ext cx="76200" cy="819150"/>
          </a:xfrm>
          <a:prstGeom xmlns:a="http://schemas.openxmlformats.org/drawingml/2006/main" prst="rect">
            <a:avLst/>
          </a:prstGeom>
          <a:solidFill xmlns:a="http://schemas.openxmlformats.org/drawingml/2006/main">
            <a:srgbClr val="007A5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584472D-7086-4A96-9AF1-0B16245967A9}"/>
              </a:ext>
            </a:extLst>
          </p:cNvPr>
          <p:cNvSpPr>
            <a:spLocks xmlns:a="http://schemas.openxmlformats.org/drawingml/2006/main" noGrp="1"/>
          </p:cNvSpPr>
          <p:nvPr/>
        </p:nvSpPr>
        <p:spPr>
          <a:xfrm xmlns:a="http://schemas.openxmlformats.org/drawingml/2006/main">
            <a:off x="1095375" y="819150"/>
            <a:ext cx="14287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050" b="0">
                <a:solidFill>
                  <a:srgbClr val="000000"/>
                </a:solidFill>
                <a:latin typeface="Arial"/>
                <a:ea typeface="Arial"/>
                <a:cs typeface="Arial"/>
              </a:defRPr>
            </a:defPPr>
            <a:lvl1pPr algn="l">
              <a:defRPr sz="4050" b="0">
                <a:solidFill>
                  <a:srgbClr val="000000"/>
                </a:solidFill>
                <a:latin typeface="Arial"/>
                <a:ea typeface="Arial"/>
                <a:cs typeface="Arial"/>
              </a:defRPr>
            </a:lvl1pPr>
            <a:lvl2pPr algn="l">
              <a:defRPr sz="4050" b="0">
                <a:solidFill>
                  <a:srgbClr val="000000"/>
                </a:solidFill>
                <a:latin typeface="Arial"/>
                <a:ea typeface="Arial"/>
                <a:cs typeface="Arial"/>
              </a:defRPr>
            </a:lvl2pPr>
            <a:lvl3pPr algn="l">
              <a:defRPr sz="4050" b="0">
                <a:solidFill>
                  <a:srgbClr val="000000"/>
                </a:solidFill>
                <a:latin typeface="Arial"/>
                <a:ea typeface="Arial"/>
                <a:cs typeface="Arial"/>
              </a:defRPr>
            </a:lvl3pPr>
            <a:lvl4pPr algn="l">
              <a:defRPr sz="4050" b="0">
                <a:solidFill>
                  <a:srgbClr val="000000"/>
                </a:solidFill>
                <a:latin typeface="Arial"/>
                <a:ea typeface="Arial"/>
                <a:cs typeface="Arial"/>
              </a:defRPr>
            </a:lvl4pPr>
            <a:lvl5pPr algn="l">
              <a:defRPr sz="4050" b="0">
                <a:solidFill>
                  <a:srgbClr val="000000"/>
                </a:solidFill>
                <a:latin typeface="Arial"/>
                <a:ea typeface="Arial"/>
                <a:cs typeface="Arial"/>
              </a:defRPr>
            </a:lvl5pPr>
            <a:lvl6pPr algn="l">
              <a:defRPr sz="4050" b="0">
                <a:solidFill>
                  <a:srgbClr val="000000"/>
                </a:solidFill>
                <a:latin typeface="Arial"/>
                <a:ea typeface="Arial"/>
                <a:cs typeface="Arial"/>
              </a:defRPr>
            </a:lvl6pPr>
            <a:lvl7pPr algn="l">
              <a:defRPr sz="4050" b="0">
                <a:solidFill>
                  <a:srgbClr val="000000"/>
                </a:solidFill>
                <a:latin typeface="Arial"/>
                <a:ea typeface="Arial"/>
                <a:cs typeface="Arial"/>
              </a:defRPr>
            </a:lvl7pPr>
            <a:lvl8pPr algn="l">
              <a:defRPr sz="4050" b="0">
                <a:solidFill>
                  <a:srgbClr val="000000"/>
                </a:solidFill>
                <a:latin typeface="Arial"/>
                <a:ea typeface="Arial"/>
                <a:cs typeface="Arial"/>
              </a:defRPr>
            </a:lvl8pPr>
            <a:lvl9pPr algn="l">
              <a:defRPr sz="4050" b="0">
                <a:solidFill>
                  <a:srgbClr val="000000"/>
                </a:solidFill>
                <a:latin typeface="Arial"/>
                <a:ea typeface="Arial"/>
                <a:cs typeface="Arial"/>
              </a:defRPr>
            </a:lvl9pPr>
          </a:lstStyle>
          <a:p xmlns:a="http://schemas.openxmlformats.org/drawingml/2006/main">
            <a:pPr algn="l">
              <a:defRPr sz="4050" b="0">
                <a:solidFill>
                  <a:srgbClr val="000000"/>
                </a:solidFill>
                <a:latin typeface="Arial"/>
                <a:ea typeface="Arial"/>
                <a:cs typeface="Arial"/>
              </a:defRPr>
            </a:pPr>
            <a:r>
              <a:rPr sz="4050" b="0">
                <a:solidFill>
                  <a:srgbClr val="000000"/>
                </a:solidFill>
                <a:latin typeface="Arial"/>
                <a:ea typeface="Arial"/>
                <a:cs typeface="Arial"/>
              </a:rPr>
              <a:t>Đánh Giá &amp; Giới Hạn</a:t>
            </a:r>
          </a:p>
        </p:txBody>
      </p:sp>
      <p:sp>
        <p:nvSpPr>
          <p:cNvPr id="3" name="">
            <a:extLst xmlns:a="http://schemas.openxmlformats.org/drawingml/2006/main">
              <a:ext uri="{FF2B5EF4-FFF2-40B4-BE49-F238E27FC236}">
                <a16:creationId xmlns:a16="http://schemas.microsoft.com/office/drawing/2014/main" id="{E9484A1A-B502-49F2-8332-8FAB46C8D39B}"/>
              </a:ext>
            </a:extLst>
          </p:cNvPr>
          <p:cNvSpPr>
            <a:spLocks xmlns:a="http://schemas.openxmlformats.org/drawingml/2006/main" noGrp="1"/>
          </p:cNvSpPr>
          <p:nvPr/>
        </p:nvSpPr>
        <p:spPr>
          <a:xfrm xmlns:a="http://schemas.openxmlformats.org/drawingml/2006/main">
            <a:off x="876300" y="2143125"/>
            <a:ext cx="8001000" cy="7239000"/>
          </a:xfrm>
          <a:prstGeom xmlns:a="http://schemas.openxmlformats.org/drawingml/2006/main" prst="roundRect">
            <a:avLst>
              <a:gd name="adj" fmla="val 2632"/>
            </a:avLst>
          </a:prstGeom>
          <a:solidFill xmlns:a="http://schemas.openxmlformats.org/drawingml/2006/main">
            <a:srgbClr val="F5F7F9"/>
          </a:solidFill>
          <a:ln xmlns:a="http://schemas.openxmlformats.org/drawingml/2006/main" w="12383">
            <a:solidFill>
              <a:srgbClr val="D9E1E8"/>
            </a:solidFill>
            <a:prstDash val="solid"/>
          </a:ln>
        </p:spPr>
      </p:sp>
      <p:sp>
        <p:nvSpPr>
          <p:cNvPr id="4" name="">
            <a:extLst xmlns:a="http://schemas.openxmlformats.org/drawingml/2006/main">
              <a:ext uri="{FF2B5EF4-FFF2-40B4-BE49-F238E27FC236}">
                <a16:creationId xmlns:a16="http://schemas.microsoft.com/office/drawing/2014/main" id="{64383BEA-FC84-463F-AD3D-34D3EEB10D37}"/>
              </a:ext>
            </a:extLst>
          </p:cNvPr>
          <p:cNvSpPr>
            <a:spLocks xmlns:a="http://schemas.openxmlformats.org/drawingml/2006/main" noGrp="1"/>
          </p:cNvSpPr>
          <p:nvPr/>
        </p:nvSpPr>
        <p:spPr>
          <a:xfrm xmlns:a="http://schemas.openxmlformats.org/drawingml/2006/main">
            <a:off x="9525000" y="2143125"/>
            <a:ext cx="8001000" cy="7239000"/>
          </a:xfrm>
          <a:prstGeom xmlns:a="http://schemas.openxmlformats.org/drawingml/2006/main" prst="roundRect">
            <a:avLst>
              <a:gd name="adj" fmla="val 2632"/>
            </a:avLst>
          </a:prstGeom>
          <a:solidFill xmlns:a="http://schemas.openxmlformats.org/drawingml/2006/main">
            <a:srgbClr val="F5F7F9"/>
          </a:solidFill>
          <a:ln xmlns:a="http://schemas.openxmlformats.org/drawingml/2006/main" w="12383">
            <a:solidFill>
              <a:srgbClr val="D9E1E8"/>
            </a:solidFill>
            <a:prstDash val="solid"/>
          </a:ln>
        </p:spPr>
      </p:sp>
      <p:sp>
        <p:nvSpPr>
          <p:cNvPr id="5" name="">
            <a:extLst xmlns:a="http://schemas.openxmlformats.org/drawingml/2006/main">
              <a:ext uri="{FF2B5EF4-FFF2-40B4-BE49-F238E27FC236}">
                <a16:creationId xmlns:a16="http://schemas.microsoft.com/office/drawing/2014/main" id="{097BCD7A-EFA6-414A-A8A8-C33828F01757}"/>
              </a:ext>
            </a:extLst>
          </p:cNvPr>
          <p:cNvSpPr>
            <a:spLocks xmlns:a="http://schemas.openxmlformats.org/drawingml/2006/main" noGrp="1"/>
          </p:cNvSpPr>
          <p:nvPr/>
        </p:nvSpPr>
        <p:spPr>
          <a:xfrm xmlns:a="http://schemas.openxmlformats.org/drawingml/2006/main">
            <a:off x="1476375" y="2762250"/>
            <a:ext cx="695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007A58"/>
                </a:solidFill>
                <a:latin typeface="Arial"/>
                <a:ea typeface="Arial"/>
                <a:cs typeface="Arial"/>
              </a:defRPr>
            </a:defPPr>
            <a:lvl1pPr algn="l">
              <a:defRPr sz="2925" b="1">
                <a:solidFill>
                  <a:srgbClr val="007A58"/>
                </a:solidFill>
                <a:latin typeface="Arial"/>
                <a:ea typeface="Arial"/>
                <a:cs typeface="Arial"/>
              </a:defRPr>
            </a:lvl1pPr>
            <a:lvl2pPr algn="l">
              <a:defRPr sz="2925" b="1">
                <a:solidFill>
                  <a:srgbClr val="007A58"/>
                </a:solidFill>
                <a:latin typeface="Arial"/>
                <a:ea typeface="Arial"/>
                <a:cs typeface="Arial"/>
              </a:defRPr>
            </a:lvl2pPr>
            <a:lvl3pPr algn="l">
              <a:defRPr sz="2925" b="1">
                <a:solidFill>
                  <a:srgbClr val="007A58"/>
                </a:solidFill>
                <a:latin typeface="Arial"/>
                <a:ea typeface="Arial"/>
                <a:cs typeface="Arial"/>
              </a:defRPr>
            </a:lvl3pPr>
            <a:lvl4pPr algn="l">
              <a:defRPr sz="2925" b="1">
                <a:solidFill>
                  <a:srgbClr val="007A58"/>
                </a:solidFill>
                <a:latin typeface="Arial"/>
                <a:ea typeface="Arial"/>
                <a:cs typeface="Arial"/>
              </a:defRPr>
            </a:lvl4pPr>
            <a:lvl5pPr algn="l">
              <a:defRPr sz="2925" b="1">
                <a:solidFill>
                  <a:srgbClr val="007A58"/>
                </a:solidFill>
                <a:latin typeface="Arial"/>
                <a:ea typeface="Arial"/>
                <a:cs typeface="Arial"/>
              </a:defRPr>
            </a:lvl5pPr>
            <a:lvl6pPr algn="l">
              <a:defRPr sz="2925" b="1">
                <a:solidFill>
                  <a:srgbClr val="007A58"/>
                </a:solidFill>
                <a:latin typeface="Arial"/>
                <a:ea typeface="Arial"/>
                <a:cs typeface="Arial"/>
              </a:defRPr>
            </a:lvl6pPr>
            <a:lvl7pPr algn="l">
              <a:defRPr sz="2925" b="1">
                <a:solidFill>
                  <a:srgbClr val="007A58"/>
                </a:solidFill>
                <a:latin typeface="Arial"/>
                <a:ea typeface="Arial"/>
                <a:cs typeface="Arial"/>
              </a:defRPr>
            </a:lvl7pPr>
            <a:lvl8pPr algn="l">
              <a:defRPr sz="2925" b="1">
                <a:solidFill>
                  <a:srgbClr val="007A58"/>
                </a:solidFill>
                <a:latin typeface="Arial"/>
                <a:ea typeface="Arial"/>
                <a:cs typeface="Arial"/>
              </a:defRPr>
            </a:lvl8pPr>
            <a:lvl9pPr algn="l">
              <a:defRPr sz="2925" b="1">
                <a:solidFill>
                  <a:srgbClr val="007A58"/>
                </a:solidFill>
                <a:latin typeface="Arial"/>
                <a:ea typeface="Arial"/>
                <a:cs typeface="Arial"/>
              </a:defRPr>
            </a:lvl9pPr>
          </a:lstStyle>
          <a:p xmlns:a="http://schemas.openxmlformats.org/drawingml/2006/main">
            <a:pPr algn="l">
              <a:defRPr sz="2925" b="1">
                <a:solidFill>
                  <a:srgbClr val="007A58"/>
                </a:solidFill>
                <a:latin typeface="Arial"/>
                <a:ea typeface="Arial"/>
                <a:cs typeface="Arial"/>
              </a:defRPr>
            </a:pPr>
            <a:r>
              <a:rPr sz="2925" b="1">
                <a:solidFill>
                  <a:srgbClr val="007A58"/>
                </a:solidFill>
                <a:latin typeface="Arial"/>
                <a:ea typeface="Arial"/>
                <a:cs typeface="Arial"/>
              </a:rPr>
              <a:t>Điều Đã Kiểm Tra</a:t>
            </a:r>
          </a:p>
        </p:txBody>
      </p:sp>
      <p:sp>
        <p:nvSpPr>
          <p:cNvPr id="6" name="">
            <a:extLst xmlns:a="http://schemas.openxmlformats.org/drawingml/2006/main">
              <a:ext uri="{FF2B5EF4-FFF2-40B4-BE49-F238E27FC236}">
                <a16:creationId xmlns:a16="http://schemas.microsoft.com/office/drawing/2014/main" id="{A7911FE8-800D-4BF6-A9DD-C441BECD3547}"/>
              </a:ext>
            </a:extLst>
          </p:cNvPr>
          <p:cNvSpPr>
            <a:spLocks xmlns:a="http://schemas.openxmlformats.org/drawingml/2006/main" noGrp="1"/>
          </p:cNvSpPr>
          <p:nvPr/>
        </p:nvSpPr>
        <p:spPr>
          <a:xfrm xmlns:a="http://schemas.openxmlformats.org/drawingml/2006/main">
            <a:off x="1476375" y="3762375"/>
            <a:ext cx="238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325" b="1">
                <a:solidFill>
                  <a:srgbClr val="007A58"/>
                </a:solidFill>
                <a:latin typeface="Arial"/>
                <a:ea typeface="Arial"/>
                <a:cs typeface="Arial"/>
              </a:defRPr>
            </a:defPPr>
            <a:lvl1pPr algn="l">
              <a:defRPr sz="2325" b="1">
                <a:solidFill>
                  <a:srgbClr val="007A58"/>
                </a:solidFill>
                <a:latin typeface="Arial"/>
                <a:ea typeface="Arial"/>
                <a:cs typeface="Arial"/>
              </a:defRPr>
            </a:lvl1pPr>
            <a:lvl2pPr algn="l">
              <a:defRPr sz="2325" b="1">
                <a:solidFill>
                  <a:srgbClr val="007A58"/>
                </a:solidFill>
                <a:latin typeface="Arial"/>
                <a:ea typeface="Arial"/>
                <a:cs typeface="Arial"/>
              </a:defRPr>
            </a:lvl2pPr>
            <a:lvl3pPr algn="l">
              <a:defRPr sz="2325" b="1">
                <a:solidFill>
                  <a:srgbClr val="007A58"/>
                </a:solidFill>
                <a:latin typeface="Arial"/>
                <a:ea typeface="Arial"/>
                <a:cs typeface="Arial"/>
              </a:defRPr>
            </a:lvl3pPr>
            <a:lvl4pPr algn="l">
              <a:defRPr sz="2325" b="1">
                <a:solidFill>
                  <a:srgbClr val="007A58"/>
                </a:solidFill>
                <a:latin typeface="Arial"/>
                <a:ea typeface="Arial"/>
                <a:cs typeface="Arial"/>
              </a:defRPr>
            </a:lvl4pPr>
            <a:lvl5pPr algn="l">
              <a:defRPr sz="2325" b="1">
                <a:solidFill>
                  <a:srgbClr val="007A58"/>
                </a:solidFill>
                <a:latin typeface="Arial"/>
                <a:ea typeface="Arial"/>
                <a:cs typeface="Arial"/>
              </a:defRPr>
            </a:lvl5pPr>
            <a:lvl6pPr algn="l">
              <a:defRPr sz="2325" b="1">
                <a:solidFill>
                  <a:srgbClr val="007A58"/>
                </a:solidFill>
                <a:latin typeface="Arial"/>
                <a:ea typeface="Arial"/>
                <a:cs typeface="Arial"/>
              </a:defRPr>
            </a:lvl6pPr>
            <a:lvl7pPr algn="l">
              <a:defRPr sz="2325" b="1">
                <a:solidFill>
                  <a:srgbClr val="007A58"/>
                </a:solidFill>
                <a:latin typeface="Arial"/>
                <a:ea typeface="Arial"/>
                <a:cs typeface="Arial"/>
              </a:defRPr>
            </a:lvl7pPr>
            <a:lvl8pPr algn="l">
              <a:defRPr sz="2325" b="1">
                <a:solidFill>
                  <a:srgbClr val="007A58"/>
                </a:solidFill>
                <a:latin typeface="Arial"/>
                <a:ea typeface="Arial"/>
                <a:cs typeface="Arial"/>
              </a:defRPr>
            </a:lvl8pPr>
            <a:lvl9pPr algn="l">
              <a:defRPr sz="2325" b="1">
                <a:solidFill>
                  <a:srgbClr val="007A58"/>
                </a:solidFill>
                <a:latin typeface="Arial"/>
                <a:ea typeface="Arial"/>
                <a:cs typeface="Arial"/>
              </a:defRPr>
            </a:lvl9pPr>
          </a:lstStyle>
          <a:p xmlns:a="http://schemas.openxmlformats.org/drawingml/2006/main">
            <a:pPr algn="l">
              <a:defRPr sz="2325" b="1">
                <a:solidFill>
                  <a:srgbClr val="007A58"/>
                </a:solidFill>
                <a:latin typeface="Arial"/>
                <a:ea typeface="Arial"/>
                <a:cs typeface="Arial"/>
              </a:defRPr>
            </a:pPr>
            <a:r>
              <a:rPr sz="2325" b="1">
                <a:solidFill>
                  <a:srgbClr val="007A58"/>
                </a:solidFill>
                <a:latin typeface="Arial"/>
                <a:ea typeface="Arial"/>
                <a:cs typeface="Arial"/>
              </a:rPr>
              <a:t>•</a:t>
            </a:r>
          </a:p>
        </p:txBody>
      </p:sp>
      <p:sp>
        <p:nvSpPr>
          <p:cNvPr id="7" name="">
            <a:extLst xmlns:a="http://schemas.openxmlformats.org/drawingml/2006/main">
              <a:ext uri="{FF2B5EF4-FFF2-40B4-BE49-F238E27FC236}">
                <a16:creationId xmlns:a16="http://schemas.microsoft.com/office/drawing/2014/main" id="{91693EE1-B8D0-4F53-A5F2-478861ADEBFF}"/>
              </a:ext>
            </a:extLst>
          </p:cNvPr>
          <p:cNvSpPr>
            <a:spLocks xmlns:a="http://schemas.openxmlformats.org/drawingml/2006/main" noGrp="1"/>
          </p:cNvSpPr>
          <p:nvPr/>
        </p:nvSpPr>
        <p:spPr>
          <a:xfrm xmlns:a="http://schemas.openxmlformats.org/drawingml/2006/main">
            <a:off x="1819275" y="3762375"/>
            <a:ext cx="63246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0">
                <a:solidFill>
                  <a:srgbClr val="000000"/>
                </a:solidFill>
                <a:latin typeface="Arial"/>
                <a:ea typeface="Arial"/>
                <a:cs typeface="Arial"/>
              </a:defRPr>
            </a:defPPr>
            <a:lvl1pPr algn="l">
              <a:defRPr sz="1950" b="0">
                <a:solidFill>
                  <a:srgbClr val="000000"/>
                </a:solidFill>
                <a:latin typeface="Arial"/>
                <a:ea typeface="Arial"/>
                <a:cs typeface="Arial"/>
              </a:defRPr>
            </a:lvl1pPr>
            <a:lvl2pPr algn="l">
              <a:defRPr sz="1950" b="0">
                <a:solidFill>
                  <a:srgbClr val="000000"/>
                </a:solidFill>
                <a:latin typeface="Arial"/>
                <a:ea typeface="Arial"/>
                <a:cs typeface="Arial"/>
              </a:defRPr>
            </a:lvl2pPr>
            <a:lvl3pPr algn="l">
              <a:defRPr sz="1950" b="0">
                <a:solidFill>
                  <a:srgbClr val="000000"/>
                </a:solidFill>
                <a:latin typeface="Arial"/>
                <a:ea typeface="Arial"/>
                <a:cs typeface="Arial"/>
              </a:defRPr>
            </a:lvl3pPr>
            <a:lvl4pPr algn="l">
              <a:defRPr sz="1950" b="0">
                <a:solidFill>
                  <a:srgbClr val="000000"/>
                </a:solidFill>
                <a:latin typeface="Arial"/>
                <a:ea typeface="Arial"/>
                <a:cs typeface="Arial"/>
              </a:defRPr>
            </a:lvl4pPr>
            <a:lvl5pPr algn="l">
              <a:defRPr sz="1950" b="0">
                <a:solidFill>
                  <a:srgbClr val="000000"/>
                </a:solidFill>
                <a:latin typeface="Arial"/>
                <a:ea typeface="Arial"/>
                <a:cs typeface="Arial"/>
              </a:defRPr>
            </a:lvl5pPr>
            <a:lvl6pPr algn="l">
              <a:defRPr sz="1950" b="0">
                <a:solidFill>
                  <a:srgbClr val="000000"/>
                </a:solidFill>
                <a:latin typeface="Arial"/>
                <a:ea typeface="Arial"/>
                <a:cs typeface="Arial"/>
              </a:defRPr>
            </a:lvl6pPr>
            <a:lvl7pPr algn="l">
              <a:defRPr sz="1950" b="0">
                <a:solidFill>
                  <a:srgbClr val="000000"/>
                </a:solidFill>
                <a:latin typeface="Arial"/>
                <a:ea typeface="Arial"/>
                <a:cs typeface="Arial"/>
              </a:defRPr>
            </a:lvl7pPr>
            <a:lvl8pPr algn="l">
              <a:defRPr sz="1950" b="0">
                <a:solidFill>
                  <a:srgbClr val="000000"/>
                </a:solidFill>
                <a:latin typeface="Arial"/>
                <a:ea typeface="Arial"/>
                <a:cs typeface="Arial"/>
              </a:defRPr>
            </a:lvl8pPr>
            <a:lvl9pPr algn="l">
              <a:defRPr sz="1950" b="0">
                <a:solidFill>
                  <a:srgbClr val="000000"/>
                </a:solidFill>
                <a:latin typeface="Arial"/>
                <a:ea typeface="Arial"/>
                <a:cs typeface="Arial"/>
              </a:defRPr>
            </a:lvl9pPr>
          </a:lstStyle>
          <a:p xmlns:a="http://schemas.openxmlformats.org/drawingml/2006/main">
            <a:pPr algn="l">
              <a:defRPr sz="1950" b="0">
                <a:solidFill>
                  <a:srgbClr val="000000"/>
                </a:solidFill>
                <a:latin typeface="Arial"/>
                <a:ea typeface="Arial"/>
                <a:cs typeface="Arial"/>
              </a:defRPr>
            </a:pPr>
            <a:r>
              <a:rPr sz="1950" b="0">
                <a:solidFill>
                  <a:srgbClr val="000000"/>
                </a:solidFill>
                <a:latin typeface="Arial"/>
                <a:ea typeface="Arial"/>
                <a:cs typeface="Arial"/>
              </a:rPr>
              <a:t>Huấn luyện YOLOv8n 100 epoch và đánh giá trên tập test ảnh.</a:t>
            </a:r>
          </a:p>
        </p:txBody>
      </p:sp>
      <p:sp>
        <p:nvSpPr>
          <p:cNvPr id="8" name="">
            <a:extLst xmlns:a="http://schemas.openxmlformats.org/drawingml/2006/main">
              <a:ext uri="{FF2B5EF4-FFF2-40B4-BE49-F238E27FC236}">
                <a16:creationId xmlns:a16="http://schemas.microsoft.com/office/drawing/2014/main" id="{E0F116B3-A1DC-4268-AFB7-96D28652EF1E}"/>
              </a:ext>
            </a:extLst>
          </p:cNvPr>
          <p:cNvSpPr>
            <a:spLocks xmlns:a="http://schemas.openxmlformats.org/drawingml/2006/main" noGrp="1"/>
          </p:cNvSpPr>
          <p:nvPr/>
        </p:nvSpPr>
        <p:spPr>
          <a:xfrm xmlns:a="http://schemas.openxmlformats.org/drawingml/2006/main">
            <a:off x="1476375" y="5095875"/>
            <a:ext cx="238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325" b="1">
                <a:solidFill>
                  <a:srgbClr val="007A58"/>
                </a:solidFill>
                <a:latin typeface="Arial"/>
                <a:ea typeface="Arial"/>
                <a:cs typeface="Arial"/>
              </a:defRPr>
            </a:defPPr>
            <a:lvl1pPr algn="l">
              <a:defRPr sz="2325" b="1">
                <a:solidFill>
                  <a:srgbClr val="007A58"/>
                </a:solidFill>
                <a:latin typeface="Arial"/>
                <a:ea typeface="Arial"/>
                <a:cs typeface="Arial"/>
              </a:defRPr>
            </a:lvl1pPr>
            <a:lvl2pPr algn="l">
              <a:defRPr sz="2325" b="1">
                <a:solidFill>
                  <a:srgbClr val="007A58"/>
                </a:solidFill>
                <a:latin typeface="Arial"/>
                <a:ea typeface="Arial"/>
                <a:cs typeface="Arial"/>
              </a:defRPr>
            </a:lvl2pPr>
            <a:lvl3pPr algn="l">
              <a:defRPr sz="2325" b="1">
                <a:solidFill>
                  <a:srgbClr val="007A58"/>
                </a:solidFill>
                <a:latin typeface="Arial"/>
                <a:ea typeface="Arial"/>
                <a:cs typeface="Arial"/>
              </a:defRPr>
            </a:lvl3pPr>
            <a:lvl4pPr algn="l">
              <a:defRPr sz="2325" b="1">
                <a:solidFill>
                  <a:srgbClr val="007A58"/>
                </a:solidFill>
                <a:latin typeface="Arial"/>
                <a:ea typeface="Arial"/>
                <a:cs typeface="Arial"/>
              </a:defRPr>
            </a:lvl4pPr>
            <a:lvl5pPr algn="l">
              <a:defRPr sz="2325" b="1">
                <a:solidFill>
                  <a:srgbClr val="007A58"/>
                </a:solidFill>
                <a:latin typeface="Arial"/>
                <a:ea typeface="Arial"/>
                <a:cs typeface="Arial"/>
              </a:defRPr>
            </a:lvl5pPr>
            <a:lvl6pPr algn="l">
              <a:defRPr sz="2325" b="1">
                <a:solidFill>
                  <a:srgbClr val="007A58"/>
                </a:solidFill>
                <a:latin typeface="Arial"/>
                <a:ea typeface="Arial"/>
                <a:cs typeface="Arial"/>
              </a:defRPr>
            </a:lvl6pPr>
            <a:lvl7pPr algn="l">
              <a:defRPr sz="2325" b="1">
                <a:solidFill>
                  <a:srgbClr val="007A58"/>
                </a:solidFill>
                <a:latin typeface="Arial"/>
                <a:ea typeface="Arial"/>
                <a:cs typeface="Arial"/>
              </a:defRPr>
            </a:lvl7pPr>
            <a:lvl8pPr algn="l">
              <a:defRPr sz="2325" b="1">
                <a:solidFill>
                  <a:srgbClr val="007A58"/>
                </a:solidFill>
                <a:latin typeface="Arial"/>
                <a:ea typeface="Arial"/>
                <a:cs typeface="Arial"/>
              </a:defRPr>
            </a:lvl8pPr>
            <a:lvl9pPr algn="l">
              <a:defRPr sz="2325" b="1">
                <a:solidFill>
                  <a:srgbClr val="007A58"/>
                </a:solidFill>
                <a:latin typeface="Arial"/>
                <a:ea typeface="Arial"/>
                <a:cs typeface="Arial"/>
              </a:defRPr>
            </a:lvl9pPr>
          </a:lstStyle>
          <a:p xmlns:a="http://schemas.openxmlformats.org/drawingml/2006/main">
            <a:pPr algn="l">
              <a:defRPr sz="2325" b="1">
                <a:solidFill>
                  <a:srgbClr val="007A58"/>
                </a:solidFill>
                <a:latin typeface="Arial"/>
                <a:ea typeface="Arial"/>
                <a:cs typeface="Arial"/>
              </a:defRPr>
            </a:pPr>
            <a:r>
              <a:rPr sz="2325" b="1">
                <a:solidFill>
                  <a:srgbClr val="007A58"/>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CE7DA9EF-B6DA-4CF4-A94E-DCEFA2D6344D}"/>
              </a:ext>
            </a:extLst>
          </p:cNvPr>
          <p:cNvSpPr>
            <a:spLocks xmlns:a="http://schemas.openxmlformats.org/drawingml/2006/main" noGrp="1"/>
          </p:cNvSpPr>
          <p:nvPr/>
        </p:nvSpPr>
        <p:spPr>
          <a:xfrm xmlns:a="http://schemas.openxmlformats.org/drawingml/2006/main">
            <a:off x="1819275" y="5095875"/>
            <a:ext cx="63246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0">
                <a:solidFill>
                  <a:srgbClr val="000000"/>
                </a:solidFill>
                <a:latin typeface="Arial"/>
                <a:ea typeface="Arial"/>
                <a:cs typeface="Arial"/>
              </a:defRPr>
            </a:defPPr>
            <a:lvl1pPr algn="l">
              <a:defRPr sz="1950" b="0">
                <a:solidFill>
                  <a:srgbClr val="000000"/>
                </a:solidFill>
                <a:latin typeface="Arial"/>
                <a:ea typeface="Arial"/>
                <a:cs typeface="Arial"/>
              </a:defRPr>
            </a:lvl1pPr>
            <a:lvl2pPr algn="l">
              <a:defRPr sz="1950" b="0">
                <a:solidFill>
                  <a:srgbClr val="000000"/>
                </a:solidFill>
                <a:latin typeface="Arial"/>
                <a:ea typeface="Arial"/>
                <a:cs typeface="Arial"/>
              </a:defRPr>
            </a:lvl2pPr>
            <a:lvl3pPr algn="l">
              <a:defRPr sz="1950" b="0">
                <a:solidFill>
                  <a:srgbClr val="000000"/>
                </a:solidFill>
                <a:latin typeface="Arial"/>
                <a:ea typeface="Arial"/>
                <a:cs typeface="Arial"/>
              </a:defRPr>
            </a:lvl3pPr>
            <a:lvl4pPr algn="l">
              <a:defRPr sz="1950" b="0">
                <a:solidFill>
                  <a:srgbClr val="000000"/>
                </a:solidFill>
                <a:latin typeface="Arial"/>
                <a:ea typeface="Arial"/>
                <a:cs typeface="Arial"/>
              </a:defRPr>
            </a:lvl4pPr>
            <a:lvl5pPr algn="l">
              <a:defRPr sz="1950" b="0">
                <a:solidFill>
                  <a:srgbClr val="000000"/>
                </a:solidFill>
                <a:latin typeface="Arial"/>
                <a:ea typeface="Arial"/>
                <a:cs typeface="Arial"/>
              </a:defRPr>
            </a:lvl5pPr>
            <a:lvl6pPr algn="l">
              <a:defRPr sz="1950" b="0">
                <a:solidFill>
                  <a:srgbClr val="000000"/>
                </a:solidFill>
                <a:latin typeface="Arial"/>
                <a:ea typeface="Arial"/>
                <a:cs typeface="Arial"/>
              </a:defRPr>
            </a:lvl6pPr>
            <a:lvl7pPr algn="l">
              <a:defRPr sz="1950" b="0">
                <a:solidFill>
                  <a:srgbClr val="000000"/>
                </a:solidFill>
                <a:latin typeface="Arial"/>
                <a:ea typeface="Arial"/>
                <a:cs typeface="Arial"/>
              </a:defRPr>
            </a:lvl7pPr>
            <a:lvl8pPr algn="l">
              <a:defRPr sz="1950" b="0">
                <a:solidFill>
                  <a:srgbClr val="000000"/>
                </a:solidFill>
                <a:latin typeface="Arial"/>
                <a:ea typeface="Arial"/>
                <a:cs typeface="Arial"/>
              </a:defRPr>
            </a:lvl8pPr>
            <a:lvl9pPr algn="l">
              <a:defRPr sz="1950" b="0">
                <a:solidFill>
                  <a:srgbClr val="000000"/>
                </a:solidFill>
                <a:latin typeface="Arial"/>
                <a:ea typeface="Arial"/>
                <a:cs typeface="Arial"/>
              </a:defRPr>
            </a:lvl9pPr>
          </a:lstStyle>
          <a:p xmlns:a="http://schemas.openxmlformats.org/drawingml/2006/main">
            <a:pPr algn="l">
              <a:defRPr sz="1950" b="0">
                <a:solidFill>
                  <a:srgbClr val="000000"/>
                </a:solidFill>
                <a:latin typeface="Arial"/>
                <a:ea typeface="Arial"/>
                <a:cs typeface="Arial"/>
              </a:defRPr>
            </a:pPr>
            <a:r>
              <a:rPr sz="1950" b="0">
                <a:solidFill>
                  <a:srgbClr val="000000"/>
                </a:solidFill>
                <a:latin typeface="Arial"/>
                <a:ea typeface="Arial"/>
                <a:cs typeface="Arial"/>
              </a:rPr>
              <a:t>Chạy chương trình trên bốn video; lưu ảnh và nhật ký cảnh báo.</a:t>
            </a:r>
          </a:p>
        </p:txBody>
      </p:sp>
      <p:sp>
        <p:nvSpPr>
          <p:cNvPr id="10" name="">
            <a:extLst xmlns:a="http://schemas.openxmlformats.org/drawingml/2006/main">
              <a:ext uri="{FF2B5EF4-FFF2-40B4-BE49-F238E27FC236}">
                <a16:creationId xmlns:a16="http://schemas.microsoft.com/office/drawing/2014/main" id="{BD6B4570-EDA3-485A-B2FA-CD0000F49144}"/>
              </a:ext>
            </a:extLst>
          </p:cNvPr>
          <p:cNvSpPr>
            <a:spLocks xmlns:a="http://schemas.openxmlformats.org/drawingml/2006/main" noGrp="1"/>
          </p:cNvSpPr>
          <p:nvPr/>
        </p:nvSpPr>
        <p:spPr>
          <a:xfrm xmlns:a="http://schemas.openxmlformats.org/drawingml/2006/main">
            <a:off x="1476375" y="6524625"/>
            <a:ext cx="238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325" b="1">
                <a:solidFill>
                  <a:srgbClr val="007A58"/>
                </a:solidFill>
                <a:latin typeface="Arial"/>
                <a:ea typeface="Arial"/>
                <a:cs typeface="Arial"/>
              </a:defRPr>
            </a:defPPr>
            <a:lvl1pPr algn="l">
              <a:defRPr sz="2325" b="1">
                <a:solidFill>
                  <a:srgbClr val="007A58"/>
                </a:solidFill>
                <a:latin typeface="Arial"/>
                <a:ea typeface="Arial"/>
                <a:cs typeface="Arial"/>
              </a:defRPr>
            </a:lvl1pPr>
            <a:lvl2pPr algn="l">
              <a:defRPr sz="2325" b="1">
                <a:solidFill>
                  <a:srgbClr val="007A58"/>
                </a:solidFill>
                <a:latin typeface="Arial"/>
                <a:ea typeface="Arial"/>
                <a:cs typeface="Arial"/>
              </a:defRPr>
            </a:lvl2pPr>
            <a:lvl3pPr algn="l">
              <a:defRPr sz="2325" b="1">
                <a:solidFill>
                  <a:srgbClr val="007A58"/>
                </a:solidFill>
                <a:latin typeface="Arial"/>
                <a:ea typeface="Arial"/>
                <a:cs typeface="Arial"/>
              </a:defRPr>
            </a:lvl3pPr>
            <a:lvl4pPr algn="l">
              <a:defRPr sz="2325" b="1">
                <a:solidFill>
                  <a:srgbClr val="007A58"/>
                </a:solidFill>
                <a:latin typeface="Arial"/>
                <a:ea typeface="Arial"/>
                <a:cs typeface="Arial"/>
              </a:defRPr>
            </a:lvl4pPr>
            <a:lvl5pPr algn="l">
              <a:defRPr sz="2325" b="1">
                <a:solidFill>
                  <a:srgbClr val="007A58"/>
                </a:solidFill>
                <a:latin typeface="Arial"/>
                <a:ea typeface="Arial"/>
                <a:cs typeface="Arial"/>
              </a:defRPr>
            </a:lvl5pPr>
            <a:lvl6pPr algn="l">
              <a:defRPr sz="2325" b="1">
                <a:solidFill>
                  <a:srgbClr val="007A58"/>
                </a:solidFill>
                <a:latin typeface="Arial"/>
                <a:ea typeface="Arial"/>
                <a:cs typeface="Arial"/>
              </a:defRPr>
            </a:lvl6pPr>
            <a:lvl7pPr algn="l">
              <a:defRPr sz="2325" b="1">
                <a:solidFill>
                  <a:srgbClr val="007A58"/>
                </a:solidFill>
                <a:latin typeface="Arial"/>
                <a:ea typeface="Arial"/>
                <a:cs typeface="Arial"/>
              </a:defRPr>
            </a:lvl7pPr>
            <a:lvl8pPr algn="l">
              <a:defRPr sz="2325" b="1">
                <a:solidFill>
                  <a:srgbClr val="007A58"/>
                </a:solidFill>
                <a:latin typeface="Arial"/>
                <a:ea typeface="Arial"/>
                <a:cs typeface="Arial"/>
              </a:defRPr>
            </a:lvl8pPr>
            <a:lvl9pPr algn="l">
              <a:defRPr sz="2325" b="1">
                <a:solidFill>
                  <a:srgbClr val="007A58"/>
                </a:solidFill>
                <a:latin typeface="Arial"/>
                <a:ea typeface="Arial"/>
                <a:cs typeface="Arial"/>
              </a:defRPr>
            </a:lvl9pPr>
          </a:lstStyle>
          <a:p xmlns:a="http://schemas.openxmlformats.org/drawingml/2006/main">
            <a:pPr algn="l">
              <a:defRPr sz="2325" b="1">
                <a:solidFill>
                  <a:srgbClr val="007A58"/>
                </a:solidFill>
                <a:latin typeface="Arial"/>
                <a:ea typeface="Arial"/>
                <a:cs typeface="Arial"/>
              </a:defRPr>
            </a:pPr>
            <a:r>
              <a:rPr sz="2325" b="1">
                <a:solidFill>
                  <a:srgbClr val="007A58"/>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4BD82ADD-DE28-4CE6-BB54-BD9F44F61A45}"/>
              </a:ext>
            </a:extLst>
          </p:cNvPr>
          <p:cNvSpPr>
            <a:spLocks xmlns:a="http://schemas.openxmlformats.org/drawingml/2006/main" noGrp="1"/>
          </p:cNvSpPr>
          <p:nvPr/>
        </p:nvSpPr>
        <p:spPr>
          <a:xfrm xmlns:a="http://schemas.openxmlformats.org/drawingml/2006/main">
            <a:off x="1819275" y="6524625"/>
            <a:ext cx="63246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0">
                <a:solidFill>
                  <a:srgbClr val="000000"/>
                </a:solidFill>
                <a:latin typeface="Arial"/>
                <a:ea typeface="Arial"/>
                <a:cs typeface="Arial"/>
              </a:defRPr>
            </a:defPPr>
            <a:lvl1pPr algn="l">
              <a:defRPr sz="1950" b="0">
                <a:solidFill>
                  <a:srgbClr val="000000"/>
                </a:solidFill>
                <a:latin typeface="Arial"/>
                <a:ea typeface="Arial"/>
                <a:cs typeface="Arial"/>
              </a:defRPr>
            </a:lvl1pPr>
            <a:lvl2pPr algn="l">
              <a:defRPr sz="1950" b="0">
                <a:solidFill>
                  <a:srgbClr val="000000"/>
                </a:solidFill>
                <a:latin typeface="Arial"/>
                <a:ea typeface="Arial"/>
                <a:cs typeface="Arial"/>
              </a:defRPr>
            </a:lvl2pPr>
            <a:lvl3pPr algn="l">
              <a:defRPr sz="1950" b="0">
                <a:solidFill>
                  <a:srgbClr val="000000"/>
                </a:solidFill>
                <a:latin typeface="Arial"/>
                <a:ea typeface="Arial"/>
                <a:cs typeface="Arial"/>
              </a:defRPr>
            </a:lvl3pPr>
            <a:lvl4pPr algn="l">
              <a:defRPr sz="1950" b="0">
                <a:solidFill>
                  <a:srgbClr val="000000"/>
                </a:solidFill>
                <a:latin typeface="Arial"/>
                <a:ea typeface="Arial"/>
                <a:cs typeface="Arial"/>
              </a:defRPr>
            </a:lvl4pPr>
            <a:lvl5pPr algn="l">
              <a:defRPr sz="1950" b="0">
                <a:solidFill>
                  <a:srgbClr val="000000"/>
                </a:solidFill>
                <a:latin typeface="Arial"/>
                <a:ea typeface="Arial"/>
                <a:cs typeface="Arial"/>
              </a:defRPr>
            </a:lvl5pPr>
            <a:lvl6pPr algn="l">
              <a:defRPr sz="1950" b="0">
                <a:solidFill>
                  <a:srgbClr val="000000"/>
                </a:solidFill>
                <a:latin typeface="Arial"/>
                <a:ea typeface="Arial"/>
                <a:cs typeface="Arial"/>
              </a:defRPr>
            </a:lvl6pPr>
            <a:lvl7pPr algn="l">
              <a:defRPr sz="1950" b="0">
                <a:solidFill>
                  <a:srgbClr val="000000"/>
                </a:solidFill>
                <a:latin typeface="Arial"/>
                <a:ea typeface="Arial"/>
                <a:cs typeface="Arial"/>
              </a:defRPr>
            </a:lvl7pPr>
            <a:lvl8pPr algn="l">
              <a:defRPr sz="1950" b="0">
                <a:solidFill>
                  <a:srgbClr val="000000"/>
                </a:solidFill>
                <a:latin typeface="Arial"/>
                <a:ea typeface="Arial"/>
                <a:cs typeface="Arial"/>
              </a:defRPr>
            </a:lvl8pPr>
            <a:lvl9pPr algn="l">
              <a:defRPr sz="1950" b="0">
                <a:solidFill>
                  <a:srgbClr val="000000"/>
                </a:solidFill>
                <a:latin typeface="Arial"/>
                <a:ea typeface="Arial"/>
                <a:cs typeface="Arial"/>
              </a:defRPr>
            </a:lvl9pPr>
          </a:lstStyle>
          <a:p xmlns:a="http://schemas.openxmlformats.org/drawingml/2006/main">
            <a:pPr algn="l">
              <a:defRPr sz="1950" b="0">
                <a:solidFill>
                  <a:srgbClr val="000000"/>
                </a:solidFill>
                <a:latin typeface="Arial"/>
                <a:ea typeface="Arial"/>
                <a:cs typeface="Arial"/>
              </a:defRPr>
            </a:pPr>
            <a:r>
              <a:rPr sz="1950" b="0">
                <a:solidFill>
                  <a:srgbClr val="000000"/>
                </a:solidFill>
                <a:latin typeface="Arial"/>
                <a:ea typeface="Arial"/>
                <a:cs typeface="Arial"/>
              </a:rPr>
              <a:t>Đối chiếu YOLO, N/M và optical flow trên cùng log.</a:t>
            </a:r>
          </a:p>
        </p:txBody>
      </p:sp>
      <p:sp>
        <p:nvSpPr>
          <p:cNvPr id="12" name="">
            <a:extLst xmlns:a="http://schemas.openxmlformats.org/drawingml/2006/main">
              <a:ext uri="{FF2B5EF4-FFF2-40B4-BE49-F238E27FC236}">
                <a16:creationId xmlns:a16="http://schemas.microsoft.com/office/drawing/2014/main" id="{59D38EFF-DC10-40A2-A960-F0BDB5AFF573}"/>
              </a:ext>
            </a:extLst>
          </p:cNvPr>
          <p:cNvSpPr>
            <a:spLocks xmlns:a="http://schemas.openxmlformats.org/drawingml/2006/main" noGrp="1"/>
          </p:cNvSpPr>
          <p:nvPr/>
        </p:nvSpPr>
        <p:spPr>
          <a:xfrm xmlns:a="http://schemas.openxmlformats.org/drawingml/2006/main">
            <a:off x="10096500" y="2762250"/>
            <a:ext cx="695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B4232E"/>
                </a:solidFill>
                <a:latin typeface="Arial"/>
                <a:ea typeface="Arial"/>
                <a:cs typeface="Arial"/>
              </a:defRPr>
            </a:defPPr>
            <a:lvl1pPr algn="l">
              <a:defRPr sz="2925" b="1">
                <a:solidFill>
                  <a:srgbClr val="B4232E"/>
                </a:solidFill>
                <a:latin typeface="Arial"/>
                <a:ea typeface="Arial"/>
                <a:cs typeface="Arial"/>
              </a:defRPr>
            </a:lvl1pPr>
            <a:lvl2pPr algn="l">
              <a:defRPr sz="2925" b="1">
                <a:solidFill>
                  <a:srgbClr val="B4232E"/>
                </a:solidFill>
                <a:latin typeface="Arial"/>
                <a:ea typeface="Arial"/>
                <a:cs typeface="Arial"/>
              </a:defRPr>
            </a:lvl2pPr>
            <a:lvl3pPr algn="l">
              <a:defRPr sz="2925" b="1">
                <a:solidFill>
                  <a:srgbClr val="B4232E"/>
                </a:solidFill>
                <a:latin typeface="Arial"/>
                <a:ea typeface="Arial"/>
                <a:cs typeface="Arial"/>
              </a:defRPr>
            </a:lvl3pPr>
            <a:lvl4pPr algn="l">
              <a:defRPr sz="2925" b="1">
                <a:solidFill>
                  <a:srgbClr val="B4232E"/>
                </a:solidFill>
                <a:latin typeface="Arial"/>
                <a:ea typeface="Arial"/>
                <a:cs typeface="Arial"/>
              </a:defRPr>
            </a:lvl4pPr>
            <a:lvl5pPr algn="l">
              <a:defRPr sz="2925" b="1">
                <a:solidFill>
                  <a:srgbClr val="B4232E"/>
                </a:solidFill>
                <a:latin typeface="Arial"/>
                <a:ea typeface="Arial"/>
                <a:cs typeface="Arial"/>
              </a:defRPr>
            </a:lvl5pPr>
            <a:lvl6pPr algn="l">
              <a:defRPr sz="2925" b="1">
                <a:solidFill>
                  <a:srgbClr val="B4232E"/>
                </a:solidFill>
                <a:latin typeface="Arial"/>
                <a:ea typeface="Arial"/>
                <a:cs typeface="Arial"/>
              </a:defRPr>
            </a:lvl6pPr>
            <a:lvl7pPr algn="l">
              <a:defRPr sz="2925" b="1">
                <a:solidFill>
                  <a:srgbClr val="B4232E"/>
                </a:solidFill>
                <a:latin typeface="Arial"/>
                <a:ea typeface="Arial"/>
                <a:cs typeface="Arial"/>
              </a:defRPr>
            </a:lvl7pPr>
            <a:lvl8pPr algn="l">
              <a:defRPr sz="2925" b="1">
                <a:solidFill>
                  <a:srgbClr val="B4232E"/>
                </a:solidFill>
                <a:latin typeface="Arial"/>
                <a:ea typeface="Arial"/>
                <a:cs typeface="Arial"/>
              </a:defRPr>
            </a:lvl8pPr>
            <a:lvl9pPr algn="l">
              <a:defRPr sz="2925" b="1">
                <a:solidFill>
                  <a:srgbClr val="B4232E"/>
                </a:solidFill>
                <a:latin typeface="Arial"/>
                <a:ea typeface="Arial"/>
                <a:cs typeface="Arial"/>
              </a:defRPr>
            </a:lvl9pPr>
          </a:lstStyle>
          <a:p xmlns:a="http://schemas.openxmlformats.org/drawingml/2006/main">
            <a:pPr algn="l">
              <a:defRPr sz="2925" b="1">
                <a:solidFill>
                  <a:srgbClr val="B4232E"/>
                </a:solidFill>
                <a:latin typeface="Arial"/>
                <a:ea typeface="Arial"/>
                <a:cs typeface="Arial"/>
              </a:defRPr>
            </a:pPr>
            <a:r>
              <a:rPr sz="2925" b="1">
                <a:solidFill>
                  <a:srgbClr val="B4232E"/>
                </a:solidFill>
                <a:latin typeface="Arial"/>
                <a:ea typeface="Arial"/>
                <a:cs typeface="Arial"/>
              </a:rPr>
              <a:t>Giới Hạn Hiện Tại</a:t>
            </a:r>
          </a:p>
        </p:txBody>
      </p:sp>
      <p:sp>
        <p:nvSpPr>
          <p:cNvPr id="13" name="">
            <a:extLst xmlns:a="http://schemas.openxmlformats.org/drawingml/2006/main">
              <a:ext uri="{FF2B5EF4-FFF2-40B4-BE49-F238E27FC236}">
                <a16:creationId xmlns:a16="http://schemas.microsoft.com/office/drawing/2014/main" id="{F3DEF53E-F489-43E4-82D0-31A385D233C4}"/>
              </a:ext>
            </a:extLst>
          </p:cNvPr>
          <p:cNvSpPr>
            <a:spLocks xmlns:a="http://schemas.openxmlformats.org/drawingml/2006/main" noGrp="1"/>
          </p:cNvSpPr>
          <p:nvPr/>
        </p:nvSpPr>
        <p:spPr>
          <a:xfrm xmlns:a="http://schemas.openxmlformats.org/drawingml/2006/main">
            <a:off x="10096500" y="3762375"/>
            <a:ext cx="238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325" b="1">
                <a:solidFill>
                  <a:srgbClr val="B4232E"/>
                </a:solidFill>
                <a:latin typeface="Arial"/>
                <a:ea typeface="Arial"/>
                <a:cs typeface="Arial"/>
              </a:defRPr>
            </a:defPPr>
            <a:lvl1pPr algn="l">
              <a:defRPr sz="2325" b="1">
                <a:solidFill>
                  <a:srgbClr val="B4232E"/>
                </a:solidFill>
                <a:latin typeface="Arial"/>
                <a:ea typeface="Arial"/>
                <a:cs typeface="Arial"/>
              </a:defRPr>
            </a:lvl1pPr>
            <a:lvl2pPr algn="l">
              <a:defRPr sz="2325" b="1">
                <a:solidFill>
                  <a:srgbClr val="B4232E"/>
                </a:solidFill>
                <a:latin typeface="Arial"/>
                <a:ea typeface="Arial"/>
                <a:cs typeface="Arial"/>
              </a:defRPr>
            </a:lvl2pPr>
            <a:lvl3pPr algn="l">
              <a:defRPr sz="2325" b="1">
                <a:solidFill>
                  <a:srgbClr val="B4232E"/>
                </a:solidFill>
                <a:latin typeface="Arial"/>
                <a:ea typeface="Arial"/>
                <a:cs typeface="Arial"/>
              </a:defRPr>
            </a:lvl3pPr>
            <a:lvl4pPr algn="l">
              <a:defRPr sz="2325" b="1">
                <a:solidFill>
                  <a:srgbClr val="B4232E"/>
                </a:solidFill>
                <a:latin typeface="Arial"/>
                <a:ea typeface="Arial"/>
                <a:cs typeface="Arial"/>
              </a:defRPr>
            </a:lvl4pPr>
            <a:lvl5pPr algn="l">
              <a:defRPr sz="2325" b="1">
                <a:solidFill>
                  <a:srgbClr val="B4232E"/>
                </a:solidFill>
                <a:latin typeface="Arial"/>
                <a:ea typeface="Arial"/>
                <a:cs typeface="Arial"/>
              </a:defRPr>
            </a:lvl5pPr>
            <a:lvl6pPr algn="l">
              <a:defRPr sz="2325" b="1">
                <a:solidFill>
                  <a:srgbClr val="B4232E"/>
                </a:solidFill>
                <a:latin typeface="Arial"/>
                <a:ea typeface="Arial"/>
                <a:cs typeface="Arial"/>
              </a:defRPr>
            </a:lvl6pPr>
            <a:lvl7pPr algn="l">
              <a:defRPr sz="2325" b="1">
                <a:solidFill>
                  <a:srgbClr val="B4232E"/>
                </a:solidFill>
                <a:latin typeface="Arial"/>
                <a:ea typeface="Arial"/>
                <a:cs typeface="Arial"/>
              </a:defRPr>
            </a:lvl7pPr>
            <a:lvl8pPr algn="l">
              <a:defRPr sz="2325" b="1">
                <a:solidFill>
                  <a:srgbClr val="B4232E"/>
                </a:solidFill>
                <a:latin typeface="Arial"/>
                <a:ea typeface="Arial"/>
                <a:cs typeface="Arial"/>
              </a:defRPr>
            </a:lvl8pPr>
            <a:lvl9pPr algn="l">
              <a:defRPr sz="2325" b="1">
                <a:solidFill>
                  <a:srgbClr val="B4232E"/>
                </a:solidFill>
                <a:latin typeface="Arial"/>
                <a:ea typeface="Arial"/>
                <a:cs typeface="Arial"/>
              </a:defRPr>
            </a:lvl9pPr>
          </a:lstStyle>
          <a:p xmlns:a="http://schemas.openxmlformats.org/drawingml/2006/main">
            <a:pPr algn="l">
              <a:defRPr sz="2325" b="1">
                <a:solidFill>
                  <a:srgbClr val="B4232E"/>
                </a:solidFill>
                <a:latin typeface="Arial"/>
                <a:ea typeface="Arial"/>
                <a:cs typeface="Arial"/>
              </a:defRPr>
            </a:pPr>
            <a:r>
              <a:rPr sz="2325" b="1">
                <a:solidFill>
                  <a:srgbClr val="B4232E"/>
                </a:solidFill>
                <a:latin typeface="Arial"/>
                <a:ea typeface="Arial"/>
                <a:cs typeface="Arial"/>
              </a:rPr>
              <a:t>•</a:t>
            </a:r>
          </a:p>
        </p:txBody>
      </p:sp>
      <p:sp>
        <p:nvSpPr>
          <p:cNvPr id="14" name="">
            <a:extLst xmlns:a="http://schemas.openxmlformats.org/drawingml/2006/main">
              <a:ext uri="{FF2B5EF4-FFF2-40B4-BE49-F238E27FC236}">
                <a16:creationId xmlns:a16="http://schemas.microsoft.com/office/drawing/2014/main" id="{8CD7E73D-268A-4EA4-9C6F-B68265C26A59}"/>
              </a:ext>
            </a:extLst>
          </p:cNvPr>
          <p:cNvSpPr>
            <a:spLocks xmlns:a="http://schemas.openxmlformats.org/drawingml/2006/main" noGrp="1"/>
          </p:cNvSpPr>
          <p:nvPr/>
        </p:nvSpPr>
        <p:spPr>
          <a:xfrm xmlns:a="http://schemas.openxmlformats.org/drawingml/2006/main">
            <a:off x="10439400" y="3762375"/>
            <a:ext cx="63246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0">
                <a:solidFill>
                  <a:srgbClr val="000000"/>
                </a:solidFill>
                <a:latin typeface="Arial"/>
                <a:ea typeface="Arial"/>
                <a:cs typeface="Arial"/>
              </a:defRPr>
            </a:defPPr>
            <a:lvl1pPr algn="l">
              <a:defRPr sz="1950" b="0">
                <a:solidFill>
                  <a:srgbClr val="000000"/>
                </a:solidFill>
                <a:latin typeface="Arial"/>
                <a:ea typeface="Arial"/>
                <a:cs typeface="Arial"/>
              </a:defRPr>
            </a:lvl1pPr>
            <a:lvl2pPr algn="l">
              <a:defRPr sz="1950" b="0">
                <a:solidFill>
                  <a:srgbClr val="000000"/>
                </a:solidFill>
                <a:latin typeface="Arial"/>
                <a:ea typeface="Arial"/>
                <a:cs typeface="Arial"/>
              </a:defRPr>
            </a:lvl2pPr>
            <a:lvl3pPr algn="l">
              <a:defRPr sz="1950" b="0">
                <a:solidFill>
                  <a:srgbClr val="000000"/>
                </a:solidFill>
                <a:latin typeface="Arial"/>
                <a:ea typeface="Arial"/>
                <a:cs typeface="Arial"/>
              </a:defRPr>
            </a:lvl3pPr>
            <a:lvl4pPr algn="l">
              <a:defRPr sz="1950" b="0">
                <a:solidFill>
                  <a:srgbClr val="000000"/>
                </a:solidFill>
                <a:latin typeface="Arial"/>
                <a:ea typeface="Arial"/>
                <a:cs typeface="Arial"/>
              </a:defRPr>
            </a:lvl4pPr>
            <a:lvl5pPr algn="l">
              <a:defRPr sz="1950" b="0">
                <a:solidFill>
                  <a:srgbClr val="000000"/>
                </a:solidFill>
                <a:latin typeface="Arial"/>
                <a:ea typeface="Arial"/>
                <a:cs typeface="Arial"/>
              </a:defRPr>
            </a:lvl5pPr>
            <a:lvl6pPr algn="l">
              <a:defRPr sz="1950" b="0">
                <a:solidFill>
                  <a:srgbClr val="000000"/>
                </a:solidFill>
                <a:latin typeface="Arial"/>
                <a:ea typeface="Arial"/>
                <a:cs typeface="Arial"/>
              </a:defRPr>
            </a:lvl6pPr>
            <a:lvl7pPr algn="l">
              <a:defRPr sz="1950" b="0">
                <a:solidFill>
                  <a:srgbClr val="000000"/>
                </a:solidFill>
                <a:latin typeface="Arial"/>
                <a:ea typeface="Arial"/>
                <a:cs typeface="Arial"/>
              </a:defRPr>
            </a:lvl7pPr>
            <a:lvl8pPr algn="l">
              <a:defRPr sz="1950" b="0">
                <a:solidFill>
                  <a:srgbClr val="000000"/>
                </a:solidFill>
                <a:latin typeface="Arial"/>
                <a:ea typeface="Arial"/>
                <a:cs typeface="Arial"/>
              </a:defRPr>
            </a:lvl8pPr>
            <a:lvl9pPr algn="l">
              <a:defRPr sz="1950" b="0">
                <a:solidFill>
                  <a:srgbClr val="000000"/>
                </a:solidFill>
                <a:latin typeface="Arial"/>
                <a:ea typeface="Arial"/>
                <a:cs typeface="Arial"/>
              </a:defRPr>
            </a:lvl9pPr>
          </a:lstStyle>
          <a:p xmlns:a="http://schemas.openxmlformats.org/drawingml/2006/main">
            <a:pPr algn="l">
              <a:defRPr sz="1950" b="0">
                <a:solidFill>
                  <a:srgbClr val="000000"/>
                </a:solidFill>
                <a:latin typeface="Arial"/>
                <a:ea typeface="Arial"/>
                <a:cs typeface="Arial"/>
              </a:defRPr>
            </a:pPr>
            <a:r>
              <a:rPr sz="1950" b="0">
                <a:solidFill>
                  <a:srgbClr val="000000"/>
                </a:solidFill>
                <a:latin typeface="Arial"/>
                <a:ea typeface="Arial"/>
                <a:cs typeface="Arial"/>
              </a:rPr>
              <a:t>Bốn clip ngắn chưa đại diện nhiều cảnh quay và ánh sáng.</a:t>
            </a:r>
          </a:p>
        </p:txBody>
      </p:sp>
      <p:sp>
        <p:nvSpPr>
          <p:cNvPr id="15" name="">
            <a:extLst xmlns:a="http://schemas.openxmlformats.org/drawingml/2006/main">
              <a:ext uri="{FF2B5EF4-FFF2-40B4-BE49-F238E27FC236}">
                <a16:creationId xmlns:a16="http://schemas.microsoft.com/office/drawing/2014/main" id="{5C5CA4F8-7008-4434-B615-BADC1CF0B85D}"/>
              </a:ext>
            </a:extLst>
          </p:cNvPr>
          <p:cNvSpPr>
            <a:spLocks xmlns:a="http://schemas.openxmlformats.org/drawingml/2006/main" noGrp="1"/>
          </p:cNvSpPr>
          <p:nvPr/>
        </p:nvSpPr>
        <p:spPr>
          <a:xfrm xmlns:a="http://schemas.openxmlformats.org/drawingml/2006/main">
            <a:off x="10096500" y="5095875"/>
            <a:ext cx="238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325" b="1">
                <a:solidFill>
                  <a:srgbClr val="B4232E"/>
                </a:solidFill>
                <a:latin typeface="Arial"/>
                <a:ea typeface="Arial"/>
                <a:cs typeface="Arial"/>
              </a:defRPr>
            </a:defPPr>
            <a:lvl1pPr algn="l">
              <a:defRPr sz="2325" b="1">
                <a:solidFill>
                  <a:srgbClr val="B4232E"/>
                </a:solidFill>
                <a:latin typeface="Arial"/>
                <a:ea typeface="Arial"/>
                <a:cs typeface="Arial"/>
              </a:defRPr>
            </a:lvl1pPr>
            <a:lvl2pPr algn="l">
              <a:defRPr sz="2325" b="1">
                <a:solidFill>
                  <a:srgbClr val="B4232E"/>
                </a:solidFill>
                <a:latin typeface="Arial"/>
                <a:ea typeface="Arial"/>
                <a:cs typeface="Arial"/>
              </a:defRPr>
            </a:lvl2pPr>
            <a:lvl3pPr algn="l">
              <a:defRPr sz="2325" b="1">
                <a:solidFill>
                  <a:srgbClr val="B4232E"/>
                </a:solidFill>
                <a:latin typeface="Arial"/>
                <a:ea typeface="Arial"/>
                <a:cs typeface="Arial"/>
              </a:defRPr>
            </a:lvl3pPr>
            <a:lvl4pPr algn="l">
              <a:defRPr sz="2325" b="1">
                <a:solidFill>
                  <a:srgbClr val="B4232E"/>
                </a:solidFill>
                <a:latin typeface="Arial"/>
                <a:ea typeface="Arial"/>
                <a:cs typeface="Arial"/>
              </a:defRPr>
            </a:lvl4pPr>
            <a:lvl5pPr algn="l">
              <a:defRPr sz="2325" b="1">
                <a:solidFill>
                  <a:srgbClr val="B4232E"/>
                </a:solidFill>
                <a:latin typeface="Arial"/>
                <a:ea typeface="Arial"/>
                <a:cs typeface="Arial"/>
              </a:defRPr>
            </a:lvl5pPr>
            <a:lvl6pPr algn="l">
              <a:defRPr sz="2325" b="1">
                <a:solidFill>
                  <a:srgbClr val="B4232E"/>
                </a:solidFill>
                <a:latin typeface="Arial"/>
                <a:ea typeface="Arial"/>
                <a:cs typeface="Arial"/>
              </a:defRPr>
            </a:lvl6pPr>
            <a:lvl7pPr algn="l">
              <a:defRPr sz="2325" b="1">
                <a:solidFill>
                  <a:srgbClr val="B4232E"/>
                </a:solidFill>
                <a:latin typeface="Arial"/>
                <a:ea typeface="Arial"/>
                <a:cs typeface="Arial"/>
              </a:defRPr>
            </a:lvl7pPr>
            <a:lvl8pPr algn="l">
              <a:defRPr sz="2325" b="1">
                <a:solidFill>
                  <a:srgbClr val="B4232E"/>
                </a:solidFill>
                <a:latin typeface="Arial"/>
                <a:ea typeface="Arial"/>
                <a:cs typeface="Arial"/>
              </a:defRPr>
            </a:lvl8pPr>
            <a:lvl9pPr algn="l">
              <a:defRPr sz="2325" b="1">
                <a:solidFill>
                  <a:srgbClr val="B4232E"/>
                </a:solidFill>
                <a:latin typeface="Arial"/>
                <a:ea typeface="Arial"/>
                <a:cs typeface="Arial"/>
              </a:defRPr>
            </a:lvl9pPr>
          </a:lstStyle>
          <a:p xmlns:a="http://schemas.openxmlformats.org/drawingml/2006/main">
            <a:pPr algn="l">
              <a:defRPr sz="2325" b="1">
                <a:solidFill>
                  <a:srgbClr val="B4232E"/>
                </a:solidFill>
                <a:latin typeface="Arial"/>
                <a:ea typeface="Arial"/>
                <a:cs typeface="Arial"/>
              </a:defRPr>
            </a:pPr>
            <a:r>
              <a:rPr sz="2325" b="1">
                <a:solidFill>
                  <a:srgbClr val="B4232E"/>
                </a:solidFill>
                <a:latin typeface="Arial"/>
                <a:ea typeface="Arial"/>
                <a:cs typeface="Arial"/>
              </a:rPr>
              <a:t>•</a:t>
            </a:r>
          </a:p>
        </p:txBody>
      </p:sp>
      <p:sp>
        <p:nvSpPr>
          <p:cNvPr id="16" name="">
            <a:extLst xmlns:a="http://schemas.openxmlformats.org/drawingml/2006/main">
              <a:ext uri="{FF2B5EF4-FFF2-40B4-BE49-F238E27FC236}">
                <a16:creationId xmlns:a16="http://schemas.microsoft.com/office/drawing/2014/main" id="{36DBF0C3-7518-41E0-8C59-A48FF65E0D33}"/>
              </a:ext>
            </a:extLst>
          </p:cNvPr>
          <p:cNvSpPr>
            <a:spLocks xmlns:a="http://schemas.openxmlformats.org/drawingml/2006/main" noGrp="1"/>
          </p:cNvSpPr>
          <p:nvPr/>
        </p:nvSpPr>
        <p:spPr>
          <a:xfrm xmlns:a="http://schemas.openxmlformats.org/drawingml/2006/main">
            <a:off x="10439400" y="5095875"/>
            <a:ext cx="63246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0">
                <a:solidFill>
                  <a:srgbClr val="000000"/>
                </a:solidFill>
                <a:latin typeface="Arial"/>
                <a:ea typeface="Arial"/>
                <a:cs typeface="Arial"/>
              </a:defRPr>
            </a:defPPr>
            <a:lvl1pPr algn="l">
              <a:defRPr sz="1950" b="0">
                <a:solidFill>
                  <a:srgbClr val="000000"/>
                </a:solidFill>
                <a:latin typeface="Arial"/>
                <a:ea typeface="Arial"/>
                <a:cs typeface="Arial"/>
              </a:defRPr>
            </a:lvl1pPr>
            <a:lvl2pPr algn="l">
              <a:defRPr sz="1950" b="0">
                <a:solidFill>
                  <a:srgbClr val="000000"/>
                </a:solidFill>
                <a:latin typeface="Arial"/>
                <a:ea typeface="Arial"/>
                <a:cs typeface="Arial"/>
              </a:defRPr>
            </a:lvl2pPr>
            <a:lvl3pPr algn="l">
              <a:defRPr sz="1950" b="0">
                <a:solidFill>
                  <a:srgbClr val="000000"/>
                </a:solidFill>
                <a:latin typeface="Arial"/>
                <a:ea typeface="Arial"/>
                <a:cs typeface="Arial"/>
              </a:defRPr>
            </a:lvl3pPr>
            <a:lvl4pPr algn="l">
              <a:defRPr sz="1950" b="0">
                <a:solidFill>
                  <a:srgbClr val="000000"/>
                </a:solidFill>
                <a:latin typeface="Arial"/>
                <a:ea typeface="Arial"/>
                <a:cs typeface="Arial"/>
              </a:defRPr>
            </a:lvl4pPr>
            <a:lvl5pPr algn="l">
              <a:defRPr sz="1950" b="0">
                <a:solidFill>
                  <a:srgbClr val="000000"/>
                </a:solidFill>
                <a:latin typeface="Arial"/>
                <a:ea typeface="Arial"/>
                <a:cs typeface="Arial"/>
              </a:defRPr>
            </a:lvl5pPr>
            <a:lvl6pPr algn="l">
              <a:defRPr sz="1950" b="0">
                <a:solidFill>
                  <a:srgbClr val="000000"/>
                </a:solidFill>
                <a:latin typeface="Arial"/>
                <a:ea typeface="Arial"/>
                <a:cs typeface="Arial"/>
              </a:defRPr>
            </a:lvl6pPr>
            <a:lvl7pPr algn="l">
              <a:defRPr sz="1950" b="0">
                <a:solidFill>
                  <a:srgbClr val="000000"/>
                </a:solidFill>
                <a:latin typeface="Arial"/>
                <a:ea typeface="Arial"/>
                <a:cs typeface="Arial"/>
              </a:defRPr>
            </a:lvl7pPr>
            <a:lvl8pPr algn="l">
              <a:defRPr sz="1950" b="0">
                <a:solidFill>
                  <a:srgbClr val="000000"/>
                </a:solidFill>
                <a:latin typeface="Arial"/>
                <a:ea typeface="Arial"/>
                <a:cs typeface="Arial"/>
              </a:defRPr>
            </a:lvl8pPr>
            <a:lvl9pPr algn="l">
              <a:defRPr sz="1950" b="0">
                <a:solidFill>
                  <a:srgbClr val="000000"/>
                </a:solidFill>
                <a:latin typeface="Arial"/>
                <a:ea typeface="Arial"/>
                <a:cs typeface="Arial"/>
              </a:defRPr>
            </a:lvl9pPr>
          </a:lstStyle>
          <a:p xmlns:a="http://schemas.openxmlformats.org/drawingml/2006/main">
            <a:pPr algn="l">
              <a:defRPr sz="1950" b="0">
                <a:solidFill>
                  <a:srgbClr val="000000"/>
                </a:solidFill>
                <a:latin typeface="Arial"/>
                <a:ea typeface="Arial"/>
                <a:cs typeface="Arial"/>
              </a:defRPr>
            </a:pPr>
            <a:r>
              <a:rPr sz="1950" b="0">
                <a:solidFill>
                  <a:srgbClr val="000000"/>
                </a:solidFill>
                <a:latin typeface="Arial"/>
                <a:ea typeface="Arial"/>
                <a:cs typeface="Arial"/>
              </a:rPr>
              <a:t>Flow có thể chặn khói thật; cần video có nhãn để đo theo sự kiện.</a:t>
            </a:r>
          </a:p>
        </p:txBody>
      </p:sp>
      <p:sp>
        <p:nvSpPr>
          <p:cNvPr id="17" name="">
            <a:extLst xmlns:a="http://schemas.openxmlformats.org/drawingml/2006/main">
              <a:ext uri="{FF2B5EF4-FFF2-40B4-BE49-F238E27FC236}">
                <a16:creationId xmlns:a16="http://schemas.microsoft.com/office/drawing/2014/main" id="{0194A366-5F43-4E01-B035-B8498A2FB89B}"/>
              </a:ext>
            </a:extLst>
          </p:cNvPr>
          <p:cNvSpPr>
            <a:spLocks xmlns:a="http://schemas.openxmlformats.org/drawingml/2006/main" noGrp="1"/>
          </p:cNvSpPr>
          <p:nvPr/>
        </p:nvSpPr>
        <p:spPr>
          <a:xfrm xmlns:a="http://schemas.openxmlformats.org/drawingml/2006/main">
            <a:off x="10096500" y="6524625"/>
            <a:ext cx="238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325" b="1">
                <a:solidFill>
                  <a:srgbClr val="B4232E"/>
                </a:solidFill>
                <a:latin typeface="Arial"/>
                <a:ea typeface="Arial"/>
                <a:cs typeface="Arial"/>
              </a:defRPr>
            </a:defPPr>
            <a:lvl1pPr algn="l">
              <a:defRPr sz="2325" b="1">
                <a:solidFill>
                  <a:srgbClr val="B4232E"/>
                </a:solidFill>
                <a:latin typeface="Arial"/>
                <a:ea typeface="Arial"/>
                <a:cs typeface="Arial"/>
              </a:defRPr>
            </a:lvl1pPr>
            <a:lvl2pPr algn="l">
              <a:defRPr sz="2325" b="1">
                <a:solidFill>
                  <a:srgbClr val="B4232E"/>
                </a:solidFill>
                <a:latin typeface="Arial"/>
                <a:ea typeface="Arial"/>
                <a:cs typeface="Arial"/>
              </a:defRPr>
            </a:lvl2pPr>
            <a:lvl3pPr algn="l">
              <a:defRPr sz="2325" b="1">
                <a:solidFill>
                  <a:srgbClr val="B4232E"/>
                </a:solidFill>
                <a:latin typeface="Arial"/>
                <a:ea typeface="Arial"/>
                <a:cs typeface="Arial"/>
              </a:defRPr>
            </a:lvl3pPr>
            <a:lvl4pPr algn="l">
              <a:defRPr sz="2325" b="1">
                <a:solidFill>
                  <a:srgbClr val="B4232E"/>
                </a:solidFill>
                <a:latin typeface="Arial"/>
                <a:ea typeface="Arial"/>
                <a:cs typeface="Arial"/>
              </a:defRPr>
            </a:lvl4pPr>
            <a:lvl5pPr algn="l">
              <a:defRPr sz="2325" b="1">
                <a:solidFill>
                  <a:srgbClr val="B4232E"/>
                </a:solidFill>
                <a:latin typeface="Arial"/>
                <a:ea typeface="Arial"/>
                <a:cs typeface="Arial"/>
              </a:defRPr>
            </a:lvl5pPr>
            <a:lvl6pPr algn="l">
              <a:defRPr sz="2325" b="1">
                <a:solidFill>
                  <a:srgbClr val="B4232E"/>
                </a:solidFill>
                <a:latin typeface="Arial"/>
                <a:ea typeface="Arial"/>
                <a:cs typeface="Arial"/>
              </a:defRPr>
            </a:lvl6pPr>
            <a:lvl7pPr algn="l">
              <a:defRPr sz="2325" b="1">
                <a:solidFill>
                  <a:srgbClr val="B4232E"/>
                </a:solidFill>
                <a:latin typeface="Arial"/>
                <a:ea typeface="Arial"/>
                <a:cs typeface="Arial"/>
              </a:defRPr>
            </a:lvl7pPr>
            <a:lvl8pPr algn="l">
              <a:defRPr sz="2325" b="1">
                <a:solidFill>
                  <a:srgbClr val="B4232E"/>
                </a:solidFill>
                <a:latin typeface="Arial"/>
                <a:ea typeface="Arial"/>
                <a:cs typeface="Arial"/>
              </a:defRPr>
            </a:lvl8pPr>
            <a:lvl9pPr algn="l">
              <a:defRPr sz="2325" b="1">
                <a:solidFill>
                  <a:srgbClr val="B4232E"/>
                </a:solidFill>
                <a:latin typeface="Arial"/>
                <a:ea typeface="Arial"/>
                <a:cs typeface="Arial"/>
              </a:defRPr>
            </a:lvl9pPr>
          </a:lstStyle>
          <a:p xmlns:a="http://schemas.openxmlformats.org/drawingml/2006/main">
            <a:pPr algn="l">
              <a:defRPr sz="2325" b="1">
                <a:solidFill>
                  <a:srgbClr val="B4232E"/>
                </a:solidFill>
                <a:latin typeface="Arial"/>
                <a:ea typeface="Arial"/>
                <a:cs typeface="Arial"/>
              </a:defRPr>
            </a:pPr>
            <a:r>
              <a:rPr sz="2325" b="1">
                <a:solidFill>
                  <a:srgbClr val="B4232E"/>
                </a:solidFill>
                <a:latin typeface="Arial"/>
                <a:ea typeface="Arial"/>
                <a:cs typeface="Arial"/>
              </a:rPr>
              <a:t>•</a:t>
            </a:r>
          </a:p>
        </p:txBody>
      </p:sp>
      <p:sp>
        <p:nvSpPr>
          <p:cNvPr id="18" name="">
            <a:extLst xmlns:a="http://schemas.openxmlformats.org/drawingml/2006/main">
              <a:ext uri="{FF2B5EF4-FFF2-40B4-BE49-F238E27FC236}">
                <a16:creationId xmlns:a16="http://schemas.microsoft.com/office/drawing/2014/main" id="{C79C233C-F148-4122-8106-C6D8B1F35877}"/>
              </a:ext>
            </a:extLst>
          </p:cNvPr>
          <p:cNvSpPr>
            <a:spLocks xmlns:a="http://schemas.openxmlformats.org/drawingml/2006/main" noGrp="1"/>
          </p:cNvSpPr>
          <p:nvPr/>
        </p:nvSpPr>
        <p:spPr>
          <a:xfrm xmlns:a="http://schemas.openxmlformats.org/drawingml/2006/main">
            <a:off x="10439400" y="6524625"/>
            <a:ext cx="63246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0">
                <a:solidFill>
                  <a:srgbClr val="000000"/>
                </a:solidFill>
                <a:latin typeface="Arial"/>
                <a:ea typeface="Arial"/>
                <a:cs typeface="Arial"/>
              </a:defRPr>
            </a:defPPr>
            <a:lvl1pPr algn="l">
              <a:defRPr sz="1950" b="0">
                <a:solidFill>
                  <a:srgbClr val="000000"/>
                </a:solidFill>
                <a:latin typeface="Arial"/>
                <a:ea typeface="Arial"/>
                <a:cs typeface="Arial"/>
              </a:defRPr>
            </a:lvl1pPr>
            <a:lvl2pPr algn="l">
              <a:defRPr sz="1950" b="0">
                <a:solidFill>
                  <a:srgbClr val="000000"/>
                </a:solidFill>
                <a:latin typeface="Arial"/>
                <a:ea typeface="Arial"/>
                <a:cs typeface="Arial"/>
              </a:defRPr>
            </a:lvl2pPr>
            <a:lvl3pPr algn="l">
              <a:defRPr sz="1950" b="0">
                <a:solidFill>
                  <a:srgbClr val="000000"/>
                </a:solidFill>
                <a:latin typeface="Arial"/>
                <a:ea typeface="Arial"/>
                <a:cs typeface="Arial"/>
              </a:defRPr>
            </a:lvl3pPr>
            <a:lvl4pPr algn="l">
              <a:defRPr sz="1950" b="0">
                <a:solidFill>
                  <a:srgbClr val="000000"/>
                </a:solidFill>
                <a:latin typeface="Arial"/>
                <a:ea typeface="Arial"/>
                <a:cs typeface="Arial"/>
              </a:defRPr>
            </a:lvl4pPr>
            <a:lvl5pPr algn="l">
              <a:defRPr sz="1950" b="0">
                <a:solidFill>
                  <a:srgbClr val="000000"/>
                </a:solidFill>
                <a:latin typeface="Arial"/>
                <a:ea typeface="Arial"/>
                <a:cs typeface="Arial"/>
              </a:defRPr>
            </a:lvl5pPr>
            <a:lvl6pPr algn="l">
              <a:defRPr sz="1950" b="0">
                <a:solidFill>
                  <a:srgbClr val="000000"/>
                </a:solidFill>
                <a:latin typeface="Arial"/>
                <a:ea typeface="Arial"/>
                <a:cs typeface="Arial"/>
              </a:defRPr>
            </a:lvl6pPr>
            <a:lvl7pPr algn="l">
              <a:defRPr sz="1950" b="0">
                <a:solidFill>
                  <a:srgbClr val="000000"/>
                </a:solidFill>
                <a:latin typeface="Arial"/>
                <a:ea typeface="Arial"/>
                <a:cs typeface="Arial"/>
              </a:defRPr>
            </a:lvl7pPr>
            <a:lvl8pPr algn="l">
              <a:defRPr sz="1950" b="0">
                <a:solidFill>
                  <a:srgbClr val="000000"/>
                </a:solidFill>
                <a:latin typeface="Arial"/>
                <a:ea typeface="Arial"/>
                <a:cs typeface="Arial"/>
              </a:defRPr>
            </a:lvl8pPr>
            <a:lvl9pPr algn="l">
              <a:defRPr sz="1950" b="0">
                <a:solidFill>
                  <a:srgbClr val="000000"/>
                </a:solidFill>
                <a:latin typeface="Arial"/>
                <a:ea typeface="Arial"/>
                <a:cs typeface="Arial"/>
              </a:defRPr>
            </a:lvl9pPr>
          </a:lstStyle>
          <a:p xmlns:a="http://schemas.openxmlformats.org/drawingml/2006/main">
            <a:pPr algn="l">
              <a:defRPr sz="1950" b="0">
                <a:solidFill>
                  <a:srgbClr val="000000"/>
                </a:solidFill>
                <a:latin typeface="Arial"/>
                <a:ea typeface="Arial"/>
                <a:cs typeface="Arial"/>
              </a:defRPr>
            </a:pPr>
            <a:r>
              <a:rPr sz="1950" b="0">
                <a:solidFill>
                  <a:srgbClr val="000000"/>
                </a:solidFill>
                <a:latin typeface="Arial"/>
                <a:ea typeface="Arial"/>
                <a:cs typeface="Arial"/>
              </a:rPr>
              <a:t>CPU: 4,32 khung/giây trên một video sạch, tính cả khởi động và ghi MP4. Chưa thử Jetson Nano.</a:t>
            </a:r>
          </a:p>
        </p:txBody>
      </p:sp>
    </p:spTree>
    <p:extLst>
      <p:ext uri="{BB962C8B-B14F-4D97-AF65-F5344CB8AC3E}">
        <p14:creationId xmlns:p14="http://schemas.microsoft.com/office/powerpoint/2010/main" val="122742051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2026-10-25T17:10:09.3680000Z</dcterms:created>
  <dcterms:modified xsi:type="dcterms:W3CDTF">2026-10-25T17:10:09.3690000Z</dcterms:modified>
</coreProperties>
</file>